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9"/>
  </p:notesMasterIdLst>
  <p:handoutMasterIdLst>
    <p:handoutMasterId r:id="rId20"/>
  </p:handoutMasterIdLst>
  <p:sldIdLst>
    <p:sldId id="379" r:id="rId5"/>
    <p:sldId id="396" r:id="rId6"/>
    <p:sldId id="371" r:id="rId7"/>
    <p:sldId id="359" r:id="rId8"/>
    <p:sldId id="397" r:id="rId9"/>
    <p:sldId id="392" r:id="rId10"/>
    <p:sldId id="398" r:id="rId11"/>
    <p:sldId id="399" r:id="rId12"/>
    <p:sldId id="401" r:id="rId13"/>
    <p:sldId id="400" r:id="rId14"/>
    <p:sldId id="404" r:id="rId15"/>
    <p:sldId id="403" r:id="rId16"/>
    <p:sldId id="402" r:id="rId17"/>
    <p:sldId id="393" r:id="rId18"/>
  </p:sldIdLst>
  <p:sldSz cx="12188825"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200">
          <p15:clr>
            <a:srgbClr val="A4A3A4"/>
          </p15:clr>
        </p15:guide>
        <p15:guide id="4" orient="horz" pos="1008">
          <p15:clr>
            <a:srgbClr val="A4A3A4"/>
          </p15:clr>
        </p15:guide>
        <p15:guide id="5" orient="horz" pos="3792">
          <p15:clr>
            <a:srgbClr val="A4A3A4"/>
          </p15:clr>
        </p15:guide>
        <p15:guide id="6" orient="horz">
          <p15:clr>
            <a:srgbClr val="A4A3A4"/>
          </p15:clr>
        </p15:guide>
        <p15:guide id="7" orient="horz" pos="3360">
          <p15:clr>
            <a:srgbClr val="A4A3A4"/>
          </p15:clr>
        </p15:guide>
        <p15:guide id="8" orient="horz" pos="3312">
          <p15:clr>
            <a:srgbClr val="A4A3A4"/>
          </p15:clr>
        </p15:guide>
        <p15:guide id="9" orient="horz" pos="240">
          <p15:clr>
            <a:srgbClr val="A4A3A4"/>
          </p15:clr>
        </p15:guide>
        <p15:guide id="10" orient="horz" pos="432">
          <p15:clr>
            <a:srgbClr val="A4A3A4"/>
          </p15:clr>
        </p15:guide>
        <p15:guide id="11" orient="horz" pos="2784">
          <p15:clr>
            <a:srgbClr val="A4A3A4"/>
          </p15:clr>
        </p15:guide>
        <p15:guide id="12" pos="3839">
          <p15:clr>
            <a:srgbClr val="A4A3A4"/>
          </p15:clr>
        </p15:guide>
        <p15:guide id="13" pos="959">
          <p15:clr>
            <a:srgbClr val="A4A3A4"/>
          </p15:clr>
        </p15:guide>
        <p15:guide id="14" pos="6143">
          <p15:clr>
            <a:srgbClr val="A4A3A4"/>
          </p15:clr>
        </p15:guide>
        <p15:guide id="15" pos="1247">
          <p15:clr>
            <a:srgbClr val="A4A3A4"/>
          </p15:clr>
        </p15:guide>
        <p15:guide id="16" pos="7007">
          <p15:clr>
            <a:srgbClr val="A4A3A4"/>
          </p15:clr>
        </p15:guide>
        <p15:guide id="17" pos="5855">
          <p15:clr>
            <a:srgbClr val="A4A3A4"/>
          </p15:clr>
        </p15:guide>
        <p15:guide id="18" pos="671">
          <p15:clr>
            <a:srgbClr val="A4A3A4"/>
          </p15:clr>
        </p15:guide>
        <p15:guide id="19" pos="7151">
          <p15:clr>
            <a:srgbClr val="A4A3A4"/>
          </p15:clr>
        </p15:guide>
        <p15:guide id="20" pos="311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97C"/>
    <a:srgbClr val="DB4952"/>
    <a:srgbClr val="003A52"/>
    <a:srgbClr val="E56D55"/>
    <a:srgbClr val="DE9F5B"/>
    <a:srgbClr val="F28360"/>
    <a:srgbClr val="BA69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40A00C-CD51-408C-B84E-6D21357D67AC}" v="618" dt="2026-02-09T08:27:53.169"/>
  </p1510:revLst>
</p1510:revInfo>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2109" autoAdjust="0"/>
  </p:normalViewPr>
  <p:slideViewPr>
    <p:cSldViewPr showGuides="1">
      <p:cViewPr>
        <p:scale>
          <a:sx n="100" d="100"/>
          <a:sy n="100" d="100"/>
        </p:scale>
        <p:origin x="2516" y="1116"/>
      </p:cViewPr>
      <p:guideLst>
        <p:guide orient="horz" pos="2160"/>
        <p:guide orient="horz" pos="4030"/>
        <p:guide orient="horz" pos="1200"/>
        <p:guide orient="horz" pos="1008"/>
        <p:guide orient="horz" pos="3792"/>
        <p:guide orient="horz"/>
        <p:guide orient="horz" pos="3360"/>
        <p:guide orient="horz" pos="3312"/>
        <p:guide orient="horz" pos="240"/>
        <p:guide orient="horz" pos="432"/>
        <p:guide orient="horz" pos="2784"/>
        <p:guide pos="3839"/>
        <p:guide pos="959"/>
        <p:guide pos="6143"/>
        <p:guide pos="1247"/>
        <p:guide pos="7007"/>
        <p:guide pos="5855"/>
        <p:guide pos="671"/>
        <p:guide pos="7151"/>
        <p:guide pos="3119"/>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79" d="100"/>
          <a:sy n="79" d="100"/>
        </p:scale>
        <p:origin x="2496"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2/8/2026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dirty="0"/>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2/8/2026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dirty="0"/>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3199CD-3E1B-4AE6-990F-76F925F5EA9F}" type="slidenum">
              <a:rPr lang="en-US" smtClean="0"/>
              <a:t>1</a:t>
            </a:fld>
            <a:endParaRPr lang="en-US" dirty="0"/>
          </a:p>
        </p:txBody>
      </p:sp>
    </p:spTree>
    <p:extLst>
      <p:ext uri="{BB962C8B-B14F-4D97-AF65-F5344CB8AC3E}">
        <p14:creationId xmlns:p14="http://schemas.microsoft.com/office/powerpoint/2010/main" val="343827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053245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4</a:t>
            </a:fld>
            <a:endParaRPr lang="en-US" dirty="0"/>
          </a:p>
        </p:txBody>
      </p:sp>
    </p:spTree>
    <p:extLst>
      <p:ext uri="{BB962C8B-B14F-4D97-AF65-F5344CB8AC3E}">
        <p14:creationId xmlns:p14="http://schemas.microsoft.com/office/powerpoint/2010/main" val="3851617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34077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41D9B-0AA0-A18B-D8C7-757BFA2C7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E61E3-57F8-4383-F02B-E8BD22EA1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55C20-6ED8-86DC-1AAA-49E6BFAE38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175BF1-819D-499B-C70B-1EEE87E352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8045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434668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63AC7-941B-37DB-662B-05A7106DD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D22E9-6BF0-64D9-DCA5-B5B2D68E2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8E079-9CC8-E98A-AAB8-3BAC4DADB1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131A7A-F177-BE8E-B652-EE69DEF952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972298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A2FC5-4A21-705C-F62B-9B260F903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3BC5C-1D3B-35A3-911D-B1BE16E0B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5D0FE-1545-5276-C170-64CA41BCDE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8666CC-2DC4-3612-39E9-BC504F8041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661024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5C4F4-7779-16AF-7884-F3D26AFCD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C25D6-B957-BDFF-EB94-39800B532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19833-E656-2C57-FC99-BE3C31066A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30B81F-2BF6-1E16-0AEE-6BD893E12F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59448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14149-4868-1ECB-6777-4683F5CD4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A8D1E-680C-4F91-4CAE-20483FEE6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4999C-7F8F-D950-BFDB-583E6CA6F9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5B65C9-A2FD-406E-5CE4-F3128829F7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521567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A21C7-E257-48A9-077E-79EDF3DBD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47BEF-29F8-1401-DE80-D36581EAC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5E54F-3729-1312-A0EC-624E0330BF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5E8E2F-0EA6-DDAE-EA4B-CC773FC386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56264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CDC9-92D7-A7B6-F0C8-5936D61FF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06DC8-58E1-8A80-AC04-FF0D36121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BA9AE-E657-E29A-B5FE-E6D2DD7A24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CA04BD-C903-4966-72C7-5DCFD46953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261738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FDD5-C30B-8353-06AC-EE73F9D95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9612B-1CE9-93DB-366E-F9DCAB13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C8017-3A81-7402-0E2D-8160E3ECAC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120866-6C86-40E2-8656-E65B92240A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20822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8498462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579F1F0E-8DF0-62EB-B3C8-C6E1AEA0259F}"/>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32" name="Parallelogram 31">
              <a:extLst>
                <a:ext uri="{FF2B5EF4-FFF2-40B4-BE49-F238E27FC236}">
                  <a16:creationId xmlns:a16="http://schemas.microsoft.com/office/drawing/2014/main" id="{24CC1C1D-653F-14A0-54A0-6492ABCC273D}"/>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3" name="Parallelogram 32">
              <a:extLst>
                <a:ext uri="{FF2B5EF4-FFF2-40B4-BE49-F238E27FC236}">
                  <a16:creationId xmlns:a16="http://schemas.microsoft.com/office/drawing/2014/main" id="{92049B2C-54AB-505F-2572-7CD19C3D968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4" name="Parallelogram 33">
              <a:extLst>
                <a:ext uri="{FF2B5EF4-FFF2-40B4-BE49-F238E27FC236}">
                  <a16:creationId xmlns:a16="http://schemas.microsoft.com/office/drawing/2014/main" id="{E23FD261-2FDC-1CD9-A732-906B64F405A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5" name="Parallelogram 34">
              <a:extLst>
                <a:ext uri="{FF2B5EF4-FFF2-40B4-BE49-F238E27FC236}">
                  <a16:creationId xmlns:a16="http://schemas.microsoft.com/office/drawing/2014/main" id="{B90AE363-FA57-0E86-3B4F-5E0A0806185D}"/>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6" name="Parallelogram 35">
              <a:extLst>
                <a:ext uri="{FF2B5EF4-FFF2-40B4-BE49-F238E27FC236}">
                  <a16:creationId xmlns:a16="http://schemas.microsoft.com/office/drawing/2014/main" id="{4137775E-DBE1-BA92-6BCD-E9944273E622}"/>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7" name="Parallelogram 36">
              <a:extLst>
                <a:ext uri="{FF2B5EF4-FFF2-40B4-BE49-F238E27FC236}">
                  <a16:creationId xmlns:a16="http://schemas.microsoft.com/office/drawing/2014/main" id="{969524EC-636E-4802-109E-EE71B9D4EB96}"/>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8" name="Parallelogram 37">
              <a:extLst>
                <a:ext uri="{FF2B5EF4-FFF2-40B4-BE49-F238E27FC236}">
                  <a16:creationId xmlns:a16="http://schemas.microsoft.com/office/drawing/2014/main" id="{A03E2BFD-896B-BEC0-29BD-917248BCC6E8}"/>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9" name="Parallelogram 38">
              <a:extLst>
                <a:ext uri="{FF2B5EF4-FFF2-40B4-BE49-F238E27FC236}">
                  <a16:creationId xmlns:a16="http://schemas.microsoft.com/office/drawing/2014/main" id="{849527DE-31CB-858E-9758-616F93A85AE1}"/>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0" name="Parallelogram 39">
              <a:extLst>
                <a:ext uri="{FF2B5EF4-FFF2-40B4-BE49-F238E27FC236}">
                  <a16:creationId xmlns:a16="http://schemas.microsoft.com/office/drawing/2014/main" id="{87C850F0-0452-2D8B-D0FC-FBB759016D0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1" name="Parallelogram 40">
              <a:extLst>
                <a:ext uri="{FF2B5EF4-FFF2-40B4-BE49-F238E27FC236}">
                  <a16:creationId xmlns:a16="http://schemas.microsoft.com/office/drawing/2014/main" id="{11721AD6-6F30-0F58-A50E-32AF0FFCB1F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2" name="Parallelogram 41">
              <a:extLst>
                <a:ext uri="{FF2B5EF4-FFF2-40B4-BE49-F238E27FC236}">
                  <a16:creationId xmlns:a16="http://schemas.microsoft.com/office/drawing/2014/main" id="{31E989A6-CA34-B2A2-552B-4FF5F76F9F4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3" name="Parallelogram 42">
              <a:extLst>
                <a:ext uri="{FF2B5EF4-FFF2-40B4-BE49-F238E27FC236}">
                  <a16:creationId xmlns:a16="http://schemas.microsoft.com/office/drawing/2014/main" id="{6E8597AB-CD80-E7F0-F72F-40DFF3012FC5}"/>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4" name="Parallelogram 43">
              <a:extLst>
                <a:ext uri="{FF2B5EF4-FFF2-40B4-BE49-F238E27FC236}">
                  <a16:creationId xmlns:a16="http://schemas.microsoft.com/office/drawing/2014/main" id="{B5A2B040-E43D-ED66-F37F-E956857A55FA}"/>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5" name="Parallelogram 44">
              <a:extLst>
                <a:ext uri="{FF2B5EF4-FFF2-40B4-BE49-F238E27FC236}">
                  <a16:creationId xmlns:a16="http://schemas.microsoft.com/office/drawing/2014/main" id="{19B8B1CB-3502-9821-3B34-67B4601C88A7}"/>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6" name="Parallelogram 45">
              <a:extLst>
                <a:ext uri="{FF2B5EF4-FFF2-40B4-BE49-F238E27FC236}">
                  <a16:creationId xmlns:a16="http://schemas.microsoft.com/office/drawing/2014/main" id="{335C657D-422D-A995-B64D-619B6A571325}"/>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47" name="Straight Connector 46">
            <a:extLst>
              <a:ext uri="{FF2B5EF4-FFF2-40B4-BE49-F238E27FC236}">
                <a16:creationId xmlns:a16="http://schemas.microsoft.com/office/drawing/2014/main" id="{3821D693-8EFB-0671-CF70-84C0E591B0C4}"/>
              </a:ext>
            </a:extLst>
          </p:cNvPr>
          <p:cNvCxnSpPr/>
          <p:nvPr userDrawn="1"/>
        </p:nvCxnSpPr>
        <p:spPr>
          <a:xfrm rot="10800000">
            <a:off x="455612" y="144779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F43CFFE-3C15-DA64-2463-80330D89A4B9}"/>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7DBBBDCC-257F-24EC-27A6-227D45936C92}"/>
              </a:ext>
            </a:extLst>
          </p:cNvPr>
          <p:cNvSpPr>
            <a:spLocks noGrp="1"/>
          </p:cNvSpPr>
          <p:nvPr>
            <p:ph type="title"/>
          </p:nvPr>
        </p:nvSpPr>
        <p:spPr>
          <a:xfrm>
            <a:off x="3803904" y="1984248"/>
            <a:ext cx="8001000" cy="2359152"/>
          </a:xfrm>
        </p:spPr>
        <p:txBody>
          <a:bodyPr>
            <a:normAutofit/>
          </a:bodyPr>
          <a:lstStyle>
            <a:lvl1pPr algn="l">
              <a:defRPr sz="4400" spc="-15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3803904" y="4379976"/>
            <a:ext cx="8001000" cy="1033272"/>
          </a:xfrm>
        </p:spPr>
        <p:txBody>
          <a:bodyPr>
            <a:normAutofit/>
          </a:bodyPr>
          <a:lstStyle>
            <a:lvl1pPr marL="0" indent="0" algn="l">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5" name="Group 4">
            <a:extLst>
              <a:ext uri="{FF2B5EF4-FFF2-40B4-BE49-F238E27FC236}">
                <a16:creationId xmlns:a16="http://schemas.microsoft.com/office/drawing/2014/main" id="{9F4D3A5D-9665-1463-8327-4E15CDD4E786}"/>
              </a:ext>
            </a:extLst>
          </p:cNvPr>
          <p:cNvGrpSpPr/>
          <p:nvPr userDrawn="1"/>
        </p:nvGrpSpPr>
        <p:grpSpPr>
          <a:xfrm>
            <a:off x="982255" y="2281053"/>
            <a:ext cx="2286082" cy="2295894"/>
            <a:chOff x="982255" y="2281053"/>
            <a:chExt cx="2286082" cy="2295894"/>
          </a:xfrm>
        </p:grpSpPr>
        <p:pic>
          <p:nvPicPr>
            <p:cNvPr id="6" name="Graphic 5">
              <a:extLst>
                <a:ext uri="{FF2B5EF4-FFF2-40B4-BE49-F238E27FC236}">
                  <a16:creationId xmlns:a16="http://schemas.microsoft.com/office/drawing/2014/main" id="{B5C18144-9323-970D-DF65-B42D339F53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2255" y="2281053"/>
              <a:ext cx="2286082" cy="2295894"/>
            </a:xfrm>
            <a:prstGeom prst="rect">
              <a:avLst/>
            </a:prstGeom>
          </p:spPr>
        </p:pic>
        <p:sp>
          <p:nvSpPr>
            <p:cNvPr id="10" name="Oval 9">
              <a:extLst>
                <a:ext uri="{FF2B5EF4-FFF2-40B4-BE49-F238E27FC236}">
                  <a16:creationId xmlns:a16="http://schemas.microsoft.com/office/drawing/2014/main" id="{692D720A-50F8-524A-E72A-32B073A15EA3}"/>
                </a:ext>
              </a:extLst>
            </p:cNvPr>
            <p:cNvSpPr/>
            <p:nvPr/>
          </p:nvSpPr>
          <p:spPr>
            <a:xfrm>
              <a:off x="1793080" y="3120710"/>
              <a:ext cx="691763" cy="691763"/>
            </a:xfrm>
            <a:prstGeom prst="ellipse">
              <a:avLst/>
            </a:prstGeom>
            <a:noFill/>
            <a:ln>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49" name="Straight Connector 48">
            <a:extLst>
              <a:ext uri="{FF2B5EF4-FFF2-40B4-BE49-F238E27FC236}">
                <a16:creationId xmlns:a16="http://schemas.microsoft.com/office/drawing/2014/main" id="{29542C9E-426B-E68F-C132-EDEAD07A758E}"/>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A1E96BB-4B51-AF19-15EA-803FCE1BCA9E}"/>
              </a:ext>
            </a:extLst>
          </p:cNvPr>
          <p:cNvGrpSpPr/>
          <p:nvPr userDrawn="1"/>
        </p:nvGrpSpPr>
        <p:grpSpPr>
          <a:xfrm>
            <a:off x="455611" y="5661786"/>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51" name="Parallelogram 50">
              <a:extLst>
                <a:ext uri="{FF2B5EF4-FFF2-40B4-BE49-F238E27FC236}">
                  <a16:creationId xmlns:a16="http://schemas.microsoft.com/office/drawing/2014/main" id="{44788C66-17F7-D9FE-31CB-95EE947F964B}"/>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2" name="Parallelogram 51">
              <a:extLst>
                <a:ext uri="{FF2B5EF4-FFF2-40B4-BE49-F238E27FC236}">
                  <a16:creationId xmlns:a16="http://schemas.microsoft.com/office/drawing/2014/main" id="{31B611EC-0253-A614-C481-A1FCD9B63143}"/>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3" name="Parallelogram 52">
              <a:extLst>
                <a:ext uri="{FF2B5EF4-FFF2-40B4-BE49-F238E27FC236}">
                  <a16:creationId xmlns:a16="http://schemas.microsoft.com/office/drawing/2014/main" id="{03E97C15-99B2-C628-FF01-1760B604D9C8}"/>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4" name="Parallelogram 53">
              <a:extLst>
                <a:ext uri="{FF2B5EF4-FFF2-40B4-BE49-F238E27FC236}">
                  <a16:creationId xmlns:a16="http://schemas.microsoft.com/office/drawing/2014/main" id="{2AEDCD07-A50E-9AD7-7C5F-E6A58BDF0E00}"/>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5" name="Parallelogram 54">
              <a:extLst>
                <a:ext uri="{FF2B5EF4-FFF2-40B4-BE49-F238E27FC236}">
                  <a16:creationId xmlns:a16="http://schemas.microsoft.com/office/drawing/2014/main" id="{2E1F0CA3-2F0D-C8C9-A26C-A94E8F9D5A6B}"/>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6" name="Parallelogram 55">
              <a:extLst>
                <a:ext uri="{FF2B5EF4-FFF2-40B4-BE49-F238E27FC236}">
                  <a16:creationId xmlns:a16="http://schemas.microsoft.com/office/drawing/2014/main" id="{D2E8B704-7C74-5ABD-8551-0F18687DB3A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7" name="Parallelogram 56">
              <a:extLst>
                <a:ext uri="{FF2B5EF4-FFF2-40B4-BE49-F238E27FC236}">
                  <a16:creationId xmlns:a16="http://schemas.microsoft.com/office/drawing/2014/main" id="{4DD0D25B-B68E-52C8-F485-82EFD6F534D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8" name="Parallelogram 57">
              <a:extLst>
                <a:ext uri="{FF2B5EF4-FFF2-40B4-BE49-F238E27FC236}">
                  <a16:creationId xmlns:a16="http://schemas.microsoft.com/office/drawing/2014/main" id="{C0F9169B-78AC-E723-9732-25A301F5157B}"/>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9" name="Parallelogram 58">
              <a:extLst>
                <a:ext uri="{FF2B5EF4-FFF2-40B4-BE49-F238E27FC236}">
                  <a16:creationId xmlns:a16="http://schemas.microsoft.com/office/drawing/2014/main" id="{D44E897D-3BAE-3070-F317-7B773773638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0" name="Parallelogram 59">
              <a:extLst>
                <a:ext uri="{FF2B5EF4-FFF2-40B4-BE49-F238E27FC236}">
                  <a16:creationId xmlns:a16="http://schemas.microsoft.com/office/drawing/2014/main" id="{D12434D8-E614-02C4-35C5-5A8210624C5D}"/>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1" name="Parallelogram 60">
              <a:extLst>
                <a:ext uri="{FF2B5EF4-FFF2-40B4-BE49-F238E27FC236}">
                  <a16:creationId xmlns:a16="http://schemas.microsoft.com/office/drawing/2014/main" id="{25D0EC30-F0CD-7028-07C6-31A0A46F5687}"/>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2" name="Parallelogram 61">
              <a:extLst>
                <a:ext uri="{FF2B5EF4-FFF2-40B4-BE49-F238E27FC236}">
                  <a16:creationId xmlns:a16="http://schemas.microsoft.com/office/drawing/2014/main" id="{15C53FD7-0571-AFB4-76B8-C165647B0CF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3" name="Parallelogram 62">
              <a:extLst>
                <a:ext uri="{FF2B5EF4-FFF2-40B4-BE49-F238E27FC236}">
                  <a16:creationId xmlns:a16="http://schemas.microsoft.com/office/drawing/2014/main" id="{F8C6A87F-6FA6-0F77-131A-0AE2A7E5FEBB}"/>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4" name="Parallelogram 63">
              <a:extLst>
                <a:ext uri="{FF2B5EF4-FFF2-40B4-BE49-F238E27FC236}">
                  <a16:creationId xmlns:a16="http://schemas.microsoft.com/office/drawing/2014/main" id="{4696A920-0DEB-EB7A-DD1B-6ECABD381673}"/>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5" name="Parallelogram 64">
              <a:extLst>
                <a:ext uri="{FF2B5EF4-FFF2-40B4-BE49-F238E27FC236}">
                  <a16:creationId xmlns:a16="http://schemas.microsoft.com/office/drawing/2014/main" id="{FFD56427-82E5-DFD7-1956-AEFF3610C52D}"/>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66" name="Group 65">
            <a:extLst>
              <a:ext uri="{FF2B5EF4-FFF2-40B4-BE49-F238E27FC236}">
                <a16:creationId xmlns:a16="http://schemas.microsoft.com/office/drawing/2014/main" id="{965F467F-C705-E684-A579-DB2879650B17}"/>
              </a:ext>
            </a:extLst>
          </p:cNvPr>
          <p:cNvGrpSpPr/>
          <p:nvPr userDrawn="1"/>
        </p:nvGrpSpPr>
        <p:grpSpPr>
          <a:xfrm>
            <a:off x="455617" y="5410200"/>
            <a:ext cx="11353792" cy="616755"/>
            <a:chOff x="760415" y="7127111"/>
            <a:chExt cx="10286999" cy="1148707"/>
          </a:xfrm>
        </p:grpSpPr>
        <p:cxnSp>
          <p:nvCxnSpPr>
            <p:cNvPr id="67" name="Straight Connector 66">
              <a:extLst>
                <a:ext uri="{FF2B5EF4-FFF2-40B4-BE49-F238E27FC236}">
                  <a16:creationId xmlns:a16="http://schemas.microsoft.com/office/drawing/2014/main" id="{2F18B3D9-7217-BFE4-FE9A-DEDDDB26C748}"/>
                </a:ext>
              </a:extLst>
            </p:cNvPr>
            <p:cNvCxnSpPr/>
            <p:nvPr/>
          </p:nvCxnSpPr>
          <p:spPr>
            <a:xfrm>
              <a:off x="760416" y="8275818"/>
              <a:ext cx="1028699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675D9E7-2DF6-6560-CC21-E81551E9AB0A}"/>
                </a:ext>
              </a:extLst>
            </p:cNvPr>
            <p:cNvCxnSpPr/>
            <p:nvPr/>
          </p:nvCxnSpPr>
          <p:spPr>
            <a:xfrm>
              <a:off x="760415" y="7127111"/>
              <a:ext cx="102869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69" name="Straight Connector 68">
            <a:extLst>
              <a:ext uri="{FF2B5EF4-FFF2-40B4-BE49-F238E27FC236}">
                <a16:creationId xmlns:a16="http://schemas.microsoft.com/office/drawing/2014/main" id="{8DDEDD67-EA3D-363D-8A40-D49E5F1B4C1C}"/>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8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7153E3-4FAF-5038-3E06-59C31F3C1FB3}"/>
              </a:ext>
            </a:extLst>
          </p:cNvPr>
          <p:cNvGrpSpPr/>
          <p:nvPr userDrawn="1"/>
        </p:nvGrpSpPr>
        <p:grpSpPr>
          <a:xfrm>
            <a:off x="456096" y="825273"/>
            <a:ext cx="5812452" cy="1469999"/>
            <a:chOff x="457033" y="830370"/>
            <a:chExt cx="5812452" cy="2065186"/>
          </a:xfrm>
        </p:grpSpPr>
        <p:grpSp>
          <p:nvGrpSpPr>
            <p:cNvPr id="7" name="Group 6">
              <a:extLst>
                <a:ext uri="{FF2B5EF4-FFF2-40B4-BE49-F238E27FC236}">
                  <a16:creationId xmlns:a16="http://schemas.microsoft.com/office/drawing/2014/main" id="{47E83417-C739-7E6A-1A1E-66C3A939437F}"/>
                </a:ext>
              </a:extLst>
            </p:cNvPr>
            <p:cNvGrpSpPr/>
            <p:nvPr/>
          </p:nvGrpSpPr>
          <p:grpSpPr>
            <a:xfrm>
              <a:off x="457033" y="830370"/>
              <a:ext cx="5812452" cy="2065186"/>
              <a:chOff x="8710542" y="4028386"/>
              <a:chExt cx="5280721" cy="1876260"/>
            </a:xfrm>
          </p:grpSpPr>
          <p:sp>
            <p:nvSpPr>
              <p:cNvPr id="11" name="Parallelogram 10">
                <a:extLst>
                  <a:ext uri="{FF2B5EF4-FFF2-40B4-BE49-F238E27FC236}">
                    <a16:creationId xmlns:a16="http://schemas.microsoft.com/office/drawing/2014/main" id="{9506D605-7BD2-DBFC-DB13-E043D25FFA58}"/>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257EFF3-5056-A157-A797-3494AFA4704F}"/>
                  </a:ext>
                </a:extLst>
              </p:cNvPr>
              <p:cNvGrpSpPr/>
              <p:nvPr/>
            </p:nvGrpSpPr>
            <p:grpSpPr>
              <a:xfrm>
                <a:off x="8720638" y="4038595"/>
                <a:ext cx="753919" cy="1414370"/>
                <a:chOff x="8720635" y="4038595"/>
                <a:chExt cx="794638" cy="1490760"/>
              </a:xfrm>
            </p:grpSpPr>
            <p:sp>
              <p:nvSpPr>
                <p:cNvPr id="18" name="Isosceles Triangle 42">
                  <a:extLst>
                    <a:ext uri="{FF2B5EF4-FFF2-40B4-BE49-F238E27FC236}">
                      <a16:creationId xmlns:a16="http://schemas.microsoft.com/office/drawing/2014/main" id="{7A4C9B86-B935-82A0-D658-EBB7D17E7381}"/>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Isosceles Triangle 43">
                  <a:extLst>
                    <a:ext uri="{FF2B5EF4-FFF2-40B4-BE49-F238E27FC236}">
                      <a16:creationId xmlns:a16="http://schemas.microsoft.com/office/drawing/2014/main" id="{3AF50299-1EA6-1864-EDAC-C3E6877A47C9}"/>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13" name="Parallelogram 12">
                <a:extLst>
                  <a:ext uri="{FF2B5EF4-FFF2-40B4-BE49-F238E27FC236}">
                    <a16:creationId xmlns:a16="http://schemas.microsoft.com/office/drawing/2014/main" id="{04CF649A-DFC6-1BF8-0270-752AAA9CEDD6}"/>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90108786-C7D0-954D-E8A3-AF7C673DEFA1}"/>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0C3DC63D-6304-DCBF-34B3-0EBBEC1F9065}"/>
                  </a:ext>
                </a:extLst>
              </p:cNvPr>
              <p:cNvGrpSpPr/>
              <p:nvPr/>
            </p:nvGrpSpPr>
            <p:grpSpPr>
              <a:xfrm>
                <a:off x="13172716" y="4417422"/>
                <a:ext cx="818547" cy="1487224"/>
                <a:chOff x="13190867" y="4398032"/>
                <a:chExt cx="829443" cy="1507020"/>
              </a:xfrm>
            </p:grpSpPr>
            <p:sp>
              <p:nvSpPr>
                <p:cNvPr id="16" name="Isosceles Triangle 40">
                  <a:extLst>
                    <a:ext uri="{FF2B5EF4-FFF2-40B4-BE49-F238E27FC236}">
                      <a16:creationId xmlns:a16="http://schemas.microsoft.com/office/drawing/2014/main" id="{6B52CBF4-8599-BFF2-4482-EEE46A5F9AF4}"/>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Isosceles Triangle 41">
                  <a:extLst>
                    <a:ext uri="{FF2B5EF4-FFF2-40B4-BE49-F238E27FC236}">
                      <a16:creationId xmlns:a16="http://schemas.microsoft.com/office/drawing/2014/main" id="{042C9065-C8B2-7FDF-02E8-2C9F4269F51F}"/>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8" name="Parallelogram 7">
              <a:extLst>
                <a:ext uri="{FF2B5EF4-FFF2-40B4-BE49-F238E27FC236}">
                  <a16:creationId xmlns:a16="http://schemas.microsoft.com/office/drawing/2014/main" id="{7A190318-A06B-CC6B-18D2-C2B0A8150403}"/>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FEEE936E-06C8-2235-5084-73FE99F4D1CA}"/>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F084BE1D-78B4-6DAB-93E4-251AC62C1350}"/>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1EA096FF-DA4D-A343-D4C0-23DE487905E1}"/>
              </a:ext>
            </a:extLst>
          </p:cNvPr>
          <p:cNvGrpSpPr/>
          <p:nvPr userDrawn="1"/>
        </p:nvGrpSpPr>
        <p:grpSpPr>
          <a:xfrm>
            <a:off x="455611" y="4572000"/>
            <a:ext cx="5812452" cy="1469999"/>
            <a:chOff x="457033" y="830370"/>
            <a:chExt cx="5812452" cy="2065186"/>
          </a:xfrm>
        </p:grpSpPr>
        <p:grpSp>
          <p:nvGrpSpPr>
            <p:cNvPr id="21" name="Group 20">
              <a:extLst>
                <a:ext uri="{FF2B5EF4-FFF2-40B4-BE49-F238E27FC236}">
                  <a16:creationId xmlns:a16="http://schemas.microsoft.com/office/drawing/2014/main" id="{498E795A-DDAB-7E87-CB74-F3C9400DAA07}"/>
                </a:ext>
              </a:extLst>
            </p:cNvPr>
            <p:cNvGrpSpPr/>
            <p:nvPr/>
          </p:nvGrpSpPr>
          <p:grpSpPr>
            <a:xfrm>
              <a:off x="457033" y="830370"/>
              <a:ext cx="5812452" cy="2065186"/>
              <a:chOff x="8710542" y="4028386"/>
              <a:chExt cx="5280721" cy="1876260"/>
            </a:xfrm>
          </p:grpSpPr>
          <p:sp>
            <p:nvSpPr>
              <p:cNvPr id="25" name="Parallelogram 24">
                <a:extLst>
                  <a:ext uri="{FF2B5EF4-FFF2-40B4-BE49-F238E27FC236}">
                    <a16:creationId xmlns:a16="http://schemas.microsoft.com/office/drawing/2014/main" id="{2842CD96-6F19-C2E7-DB53-F591695BFBFD}"/>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168D220F-2EBD-A806-C9C2-3C1B91FB55A9}"/>
                  </a:ext>
                </a:extLst>
              </p:cNvPr>
              <p:cNvGrpSpPr/>
              <p:nvPr/>
            </p:nvGrpSpPr>
            <p:grpSpPr>
              <a:xfrm>
                <a:off x="8720638" y="4038595"/>
                <a:ext cx="753919" cy="1414370"/>
                <a:chOff x="8720635" y="4038595"/>
                <a:chExt cx="794638" cy="1490760"/>
              </a:xfrm>
            </p:grpSpPr>
            <p:sp>
              <p:nvSpPr>
                <p:cNvPr id="32" name="Isosceles Triangle 42">
                  <a:extLst>
                    <a:ext uri="{FF2B5EF4-FFF2-40B4-BE49-F238E27FC236}">
                      <a16:creationId xmlns:a16="http://schemas.microsoft.com/office/drawing/2014/main" id="{BB1DE0C2-5412-A76E-69E1-3A57548DA2C0}"/>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3" name="Isosceles Triangle 43">
                  <a:extLst>
                    <a:ext uri="{FF2B5EF4-FFF2-40B4-BE49-F238E27FC236}">
                      <a16:creationId xmlns:a16="http://schemas.microsoft.com/office/drawing/2014/main" id="{3D50BC3F-930B-FB72-0B5F-CEEFA2FA8FA0}"/>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27" name="Parallelogram 26">
                <a:extLst>
                  <a:ext uri="{FF2B5EF4-FFF2-40B4-BE49-F238E27FC236}">
                    <a16:creationId xmlns:a16="http://schemas.microsoft.com/office/drawing/2014/main" id="{F0CB9AE1-299B-0510-3AB7-F2F04AFD95EB}"/>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8" name="Parallelogram 27">
                <a:extLst>
                  <a:ext uri="{FF2B5EF4-FFF2-40B4-BE49-F238E27FC236}">
                    <a16:creationId xmlns:a16="http://schemas.microsoft.com/office/drawing/2014/main" id="{4980405C-D948-1A58-EC49-ED0B23B548AB}"/>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7F270D1C-3800-E1FC-9565-BFBE2F1A59EE}"/>
                  </a:ext>
                </a:extLst>
              </p:cNvPr>
              <p:cNvGrpSpPr/>
              <p:nvPr/>
            </p:nvGrpSpPr>
            <p:grpSpPr>
              <a:xfrm>
                <a:off x="13172716" y="4417422"/>
                <a:ext cx="818547" cy="1487224"/>
                <a:chOff x="13190867" y="4398032"/>
                <a:chExt cx="829443" cy="1507020"/>
              </a:xfrm>
            </p:grpSpPr>
            <p:sp>
              <p:nvSpPr>
                <p:cNvPr id="30" name="Isosceles Triangle 40">
                  <a:extLst>
                    <a:ext uri="{FF2B5EF4-FFF2-40B4-BE49-F238E27FC236}">
                      <a16:creationId xmlns:a16="http://schemas.microsoft.com/office/drawing/2014/main" id="{F3BD1C8B-91DF-FCC8-CD61-449251E29867}"/>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1" name="Isosceles Triangle 41">
                  <a:extLst>
                    <a:ext uri="{FF2B5EF4-FFF2-40B4-BE49-F238E27FC236}">
                      <a16:creationId xmlns:a16="http://schemas.microsoft.com/office/drawing/2014/main" id="{AFB2A733-589E-F734-652F-24BE73548569}"/>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22" name="Parallelogram 21">
              <a:extLst>
                <a:ext uri="{FF2B5EF4-FFF2-40B4-BE49-F238E27FC236}">
                  <a16:creationId xmlns:a16="http://schemas.microsoft.com/office/drawing/2014/main" id="{7851D053-622F-D591-749F-3F8F85CB8706}"/>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65BD8778-F92B-F561-5C9F-4E28D2BAE444}"/>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4" name="Parallelogram 23">
              <a:extLst>
                <a:ext uri="{FF2B5EF4-FFF2-40B4-BE49-F238E27FC236}">
                  <a16:creationId xmlns:a16="http://schemas.microsoft.com/office/drawing/2014/main" id="{3078A0F2-8500-3B61-7CB7-C06B717BC7B3}"/>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34" name="Straight Connector 33">
            <a:extLst>
              <a:ext uri="{FF2B5EF4-FFF2-40B4-BE49-F238E27FC236}">
                <a16:creationId xmlns:a16="http://schemas.microsoft.com/office/drawing/2014/main" id="{16F49FA9-9C63-477D-9647-E85476276144}"/>
              </a:ext>
            </a:extLst>
          </p:cNvPr>
          <p:cNvCxnSpPr/>
          <p:nvPr userDrawn="1"/>
        </p:nvCxnSpPr>
        <p:spPr>
          <a:xfrm>
            <a:off x="6246813" y="831037"/>
            <a:ext cx="0" cy="519525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BCD77793-980F-C12A-4C1F-8E5CF2312BCB}"/>
              </a:ext>
            </a:extLst>
          </p:cNvPr>
          <p:cNvGrpSpPr/>
          <p:nvPr userDrawn="1"/>
        </p:nvGrpSpPr>
        <p:grpSpPr>
          <a:xfrm>
            <a:off x="453810" y="2277215"/>
            <a:ext cx="5804109" cy="2302786"/>
            <a:chOff x="379667" y="2277215"/>
            <a:chExt cx="5651371" cy="2302786"/>
          </a:xfrm>
        </p:grpSpPr>
        <p:cxnSp>
          <p:nvCxnSpPr>
            <p:cNvPr id="36" name="Straight Connector 35">
              <a:extLst>
                <a:ext uri="{FF2B5EF4-FFF2-40B4-BE49-F238E27FC236}">
                  <a16:creationId xmlns:a16="http://schemas.microsoft.com/office/drawing/2014/main" id="{0666CF6D-7BC9-C8C9-5F6E-1ABD405AF2F1}"/>
                </a:ext>
              </a:extLst>
            </p:cNvPr>
            <p:cNvCxnSpPr>
              <a:cxnSpLocks/>
            </p:cNvCxnSpPr>
            <p:nvPr/>
          </p:nvCxnSpPr>
          <p:spPr>
            <a:xfrm flipH="1">
              <a:off x="379667" y="2277215"/>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055B61-28A3-530B-B84F-BBE72252970B}"/>
                </a:ext>
              </a:extLst>
            </p:cNvPr>
            <p:cNvCxnSpPr>
              <a:cxnSpLocks/>
            </p:cNvCxnSpPr>
            <p:nvPr/>
          </p:nvCxnSpPr>
          <p:spPr>
            <a:xfrm>
              <a:off x="392243" y="4580001"/>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F4B99DA4-D361-CB3B-1C65-E043624F851D}"/>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4EB66D9-438A-25D6-4477-C6587095FFD0}"/>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4C98393-F36D-0E2E-7C65-156C35874895}"/>
              </a:ext>
            </a:extLst>
          </p:cNvPr>
          <p:cNvSpPr>
            <a:spLocks noGrp="1"/>
          </p:cNvSpPr>
          <p:nvPr>
            <p:ph type="title"/>
          </p:nvPr>
        </p:nvSpPr>
        <p:spPr>
          <a:xfrm>
            <a:off x="455602" y="2295272"/>
            <a:ext cx="5788152" cy="2284060"/>
          </a:xfrm>
        </p:spPr>
        <p:txBody>
          <a:bodyPr/>
          <a:lstStyle/>
          <a:p>
            <a:r>
              <a:rPr lang="en-US" dirty="0"/>
              <a:t>Click to edit Master title style</a:t>
            </a:r>
          </a:p>
        </p:txBody>
      </p:sp>
      <p:sp>
        <p:nvSpPr>
          <p:cNvPr id="41" name="Content Placeholder 40">
            <a:extLst>
              <a:ext uri="{FF2B5EF4-FFF2-40B4-BE49-F238E27FC236}">
                <a16:creationId xmlns:a16="http://schemas.microsoft.com/office/drawing/2014/main" id="{C19160C8-ECEB-7240-9ABC-EF687B108C4A}"/>
              </a:ext>
            </a:extLst>
          </p:cNvPr>
          <p:cNvSpPr>
            <a:spLocks noGrp="1"/>
          </p:cNvSpPr>
          <p:nvPr>
            <p:ph sz="quarter" idx="13"/>
          </p:nvPr>
        </p:nvSpPr>
        <p:spPr>
          <a:xfrm>
            <a:off x="6775704" y="990600"/>
            <a:ext cx="4576508" cy="4938713"/>
          </a:xfrm>
        </p:spPr>
        <p:txBody>
          <a:bodyPr anchor="ctr"/>
          <a:lstStyle>
            <a:lvl1pPr marL="0" indent="0">
              <a:lnSpc>
                <a:spcPct val="150000"/>
              </a:lnSpc>
              <a:spcBef>
                <a:spcPts val="0"/>
              </a:spcBef>
              <a:buNone/>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AB1309-6FE3-0960-7BB1-BDE74FC2D615}"/>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D63F6282-234B-8776-F76F-A59B8040AD36}"/>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31EEF7EA-493F-E798-EEAB-43E3F04C8E94}"/>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352796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top and content lef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7EA237-29E4-C9E5-1412-45F20A771318}"/>
              </a:ext>
            </a:extLst>
          </p:cNvPr>
          <p:cNvGrpSpPr/>
          <p:nvPr userDrawn="1"/>
        </p:nvGrpSpPr>
        <p:grpSpPr>
          <a:xfrm>
            <a:off x="6048174" y="831032"/>
            <a:ext cx="5732456" cy="364609"/>
            <a:chOff x="6019602" y="5661675"/>
            <a:chExt cx="5732456" cy="364609"/>
          </a:xfrm>
        </p:grpSpPr>
        <p:sp>
          <p:nvSpPr>
            <p:cNvPr id="7" name="Parallelogram 6">
              <a:extLst>
                <a:ext uri="{FF2B5EF4-FFF2-40B4-BE49-F238E27FC236}">
                  <a16:creationId xmlns:a16="http://schemas.microsoft.com/office/drawing/2014/main" id="{1067193A-4C41-AD7D-5AE7-4018376E69D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8" name="Parallelogram 7">
              <a:extLst>
                <a:ext uri="{FF2B5EF4-FFF2-40B4-BE49-F238E27FC236}">
                  <a16:creationId xmlns:a16="http://schemas.microsoft.com/office/drawing/2014/main" id="{C2D123BE-1B6C-C770-3900-0879FE097DA6}"/>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60214242-3860-51C5-20FB-A2DFA298A64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960A3393-CF72-9623-16A9-B9F0D4324992}"/>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9E66747B-3A35-E221-7141-F2675D8B6B3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2BA5F574-F13B-DD46-1569-957B8C2121D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419CF334-9665-5F30-9F58-70950EE0825F}"/>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14" name="Straight Connector 13">
            <a:extLst>
              <a:ext uri="{FF2B5EF4-FFF2-40B4-BE49-F238E27FC236}">
                <a16:creationId xmlns:a16="http://schemas.microsoft.com/office/drawing/2014/main" id="{C7DA8F13-04F3-DE80-D663-1A43C40A1523}"/>
              </a:ext>
            </a:extLst>
          </p:cNvPr>
          <p:cNvCxnSpPr>
            <a:cxnSpLocks/>
          </p:cNvCxnSpPr>
          <p:nvPr userDrawn="1"/>
        </p:nvCxnSpPr>
        <p:spPr>
          <a:xfrm flipH="1">
            <a:off x="6010075" y="3553941"/>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DC861AE-2000-B67A-1013-C065785C8824}"/>
              </a:ext>
            </a:extLst>
          </p:cNvPr>
          <p:cNvCxnSpPr>
            <a:cxnSpLocks/>
          </p:cNvCxnSpPr>
          <p:nvPr userDrawn="1"/>
        </p:nvCxnSpPr>
        <p:spPr>
          <a:xfrm flipH="1">
            <a:off x="6010075" y="1191925"/>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A56E6F3-93DA-B3EA-46A3-D9DDB8500FE9}"/>
              </a:ext>
            </a:extLst>
          </p:cNvPr>
          <p:cNvGrpSpPr/>
          <p:nvPr userDrawn="1"/>
        </p:nvGrpSpPr>
        <p:grpSpPr>
          <a:xfrm>
            <a:off x="6040759" y="3566068"/>
            <a:ext cx="5732456" cy="364609"/>
            <a:chOff x="6019602" y="5661675"/>
            <a:chExt cx="5732456" cy="364609"/>
          </a:xfrm>
        </p:grpSpPr>
        <p:sp>
          <p:nvSpPr>
            <p:cNvPr id="17" name="Parallelogram 16">
              <a:extLst>
                <a:ext uri="{FF2B5EF4-FFF2-40B4-BE49-F238E27FC236}">
                  <a16:creationId xmlns:a16="http://schemas.microsoft.com/office/drawing/2014/main" id="{D5280277-9E19-9704-ABD4-1C8FD523AF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BC067164-AF53-9619-FC03-FDC26E1C927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12F2B5D7-28A9-E995-4985-B550BCA752B9}"/>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213BCD68-93FC-814A-D777-F85BB289AD61}"/>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D44736AA-6664-C549-2FAD-8A0CFE27AFA5}"/>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BC2E2F51-EF4C-75FB-6221-8DB6F4BDC3E6}"/>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86C815CE-7C62-59B1-BAB4-4397B0C1542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24" name="Straight Connector 23">
            <a:extLst>
              <a:ext uri="{FF2B5EF4-FFF2-40B4-BE49-F238E27FC236}">
                <a16:creationId xmlns:a16="http://schemas.microsoft.com/office/drawing/2014/main" id="{ECED2785-56AF-3451-10FB-4E6F9699635B}"/>
              </a:ext>
            </a:extLst>
          </p:cNvPr>
          <p:cNvCxnSpPr>
            <a:cxnSpLocks/>
          </p:cNvCxnSpPr>
          <p:nvPr userDrawn="1"/>
        </p:nvCxnSpPr>
        <p:spPr>
          <a:xfrm flipH="1">
            <a:off x="6019602" y="3919564"/>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5" name="Picture 24" descr="A blue background with white lines&#10;&#10;Description automatically generated">
            <a:extLst>
              <a:ext uri="{FF2B5EF4-FFF2-40B4-BE49-F238E27FC236}">
                <a16:creationId xmlns:a16="http://schemas.microsoft.com/office/drawing/2014/main" id="{E69ACA87-2170-A3D4-B23A-427CA93C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0437" y="3949700"/>
            <a:ext cx="5753100" cy="2070100"/>
          </a:xfrm>
          <a:prstGeom prst="rect">
            <a:avLst/>
          </a:prstGeom>
        </p:spPr>
      </p:pic>
      <p:cxnSp>
        <p:nvCxnSpPr>
          <p:cNvPr id="26" name="Straight Connector 25">
            <a:extLst>
              <a:ext uri="{FF2B5EF4-FFF2-40B4-BE49-F238E27FC236}">
                <a16:creationId xmlns:a16="http://schemas.microsoft.com/office/drawing/2014/main" id="{8022FA80-17C9-2722-5498-68FDC0326EB4}"/>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E7745F-BACD-DC4C-E55C-899B1D90F3FE}"/>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itle 1">
            <a:extLst>
              <a:ext uri="{FF2B5EF4-FFF2-40B4-BE49-F238E27FC236}">
                <a16:creationId xmlns:a16="http://schemas.microsoft.com/office/drawing/2014/main" id="{AA0A0B06-0927-9D33-6F76-CBB62C289E16}"/>
              </a:ext>
            </a:extLst>
          </p:cNvPr>
          <p:cNvSpPr>
            <a:spLocks noGrp="1"/>
          </p:cNvSpPr>
          <p:nvPr>
            <p:ph type="title"/>
          </p:nvPr>
        </p:nvSpPr>
        <p:spPr>
          <a:xfrm>
            <a:off x="6016752" y="1229933"/>
            <a:ext cx="5788152" cy="2286000"/>
          </a:xfrm>
        </p:spPr>
        <p:txBody>
          <a:bodyPr/>
          <a:lstStyle/>
          <a:p>
            <a:r>
              <a:rPr lang="en-US"/>
              <a:t>Click to edit Master title style</a:t>
            </a:r>
            <a:endParaRPr lang="en-US" dirty="0"/>
          </a:p>
        </p:txBody>
      </p:sp>
      <p:sp>
        <p:nvSpPr>
          <p:cNvPr id="30" name="Content Placeholder 40">
            <a:extLst>
              <a:ext uri="{FF2B5EF4-FFF2-40B4-BE49-F238E27FC236}">
                <a16:creationId xmlns:a16="http://schemas.microsoft.com/office/drawing/2014/main" id="{23951D4E-C68E-139B-F5B4-4C5307ADD0B1}"/>
              </a:ext>
            </a:extLst>
          </p:cNvPr>
          <p:cNvSpPr>
            <a:spLocks noGrp="1"/>
          </p:cNvSpPr>
          <p:nvPr>
            <p:ph sz="quarter" idx="13"/>
          </p:nvPr>
        </p:nvSpPr>
        <p:spPr>
          <a:xfrm>
            <a:off x="987552"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2E8B233-AE33-4CB0-F4DA-8AF182D1A119}"/>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0168337A-F55F-FF31-E2BC-ECDF93A39831}"/>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19202236-DAB8-3C41-8C40-1448CC45C51E}"/>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26845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artical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1A60C-5945-8E6F-F895-9ECCDE0CA279}"/>
              </a:ext>
            </a:extLst>
          </p:cNvPr>
          <p:cNvSpPr>
            <a:spLocks noGrp="1"/>
          </p:cNvSpPr>
          <p:nvPr>
            <p:ph type="title"/>
          </p:nvPr>
        </p:nvSpPr>
        <p:spPr>
          <a:xfrm>
            <a:off x="455602" y="1554480"/>
            <a:ext cx="8010144" cy="1673352"/>
          </a:xfrm>
        </p:spPr>
        <p:txBody>
          <a:bodyPr/>
          <a:lstStyle/>
          <a:p>
            <a:r>
              <a:rPr lang="en-US"/>
              <a:t>Click to edit Master title style</a:t>
            </a:r>
          </a:p>
        </p:txBody>
      </p:sp>
      <p:sp>
        <p:nvSpPr>
          <p:cNvPr id="24" name="Content Placeholder 40">
            <a:extLst>
              <a:ext uri="{FF2B5EF4-FFF2-40B4-BE49-F238E27FC236}">
                <a16:creationId xmlns:a16="http://schemas.microsoft.com/office/drawing/2014/main" id="{94875880-BEFD-F3B6-9740-634DB1A7E825}"/>
              </a:ext>
            </a:extLst>
          </p:cNvPr>
          <p:cNvSpPr>
            <a:spLocks noGrp="1"/>
          </p:cNvSpPr>
          <p:nvPr>
            <p:ph sz="quarter" idx="13"/>
          </p:nvPr>
        </p:nvSpPr>
        <p:spPr>
          <a:xfrm>
            <a:off x="987552" y="3255264"/>
            <a:ext cx="6931152" cy="2231136"/>
          </a:xfrm>
        </p:spPr>
        <p:txBody>
          <a:bodyPr anchor="t"/>
          <a:lstStyle>
            <a:lvl1pPr marL="0" indent="0">
              <a:lnSpc>
                <a:spcPct val="150000"/>
              </a:lnSpc>
              <a:spcBef>
                <a:spcPts val="1800"/>
              </a:spcBef>
              <a:buNone/>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1CE9A5-CC43-4AD0-865C-3D797DC46EC3}"/>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60A220C7-F6CD-FDFB-A647-4C0E8A50D54D}"/>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8DF22652-AAA2-F315-D13E-1C179AC885CC}"/>
              </a:ext>
            </a:extLst>
          </p:cNvPr>
          <p:cNvSpPr>
            <a:spLocks noGrp="1"/>
          </p:cNvSpPr>
          <p:nvPr>
            <p:ph type="sldNum" sz="quarter" idx="12"/>
          </p:nvPr>
        </p:nvSpPr>
        <p:spPr/>
        <p:txBody>
          <a:bodyPr/>
          <a:lstStyle/>
          <a:p>
            <a:fld id="{2A013F82-EE5E-44EE-A61D-E31C6657F26F}" type="slidenum">
              <a:rPr lang="en-US" smtClean="0"/>
              <a:pPr/>
              <a:t>‹#›</a:t>
            </a:fld>
            <a:endParaRPr lang="en-US" dirty="0"/>
          </a:p>
        </p:txBody>
      </p:sp>
      <p:pic>
        <p:nvPicPr>
          <p:cNvPr id="6" name="Picture 5" descr="A white line art of a star&#10;&#10;Description automatically generated">
            <a:extLst>
              <a:ext uri="{FF2B5EF4-FFF2-40B4-BE49-F238E27FC236}">
                <a16:creationId xmlns:a16="http://schemas.microsoft.com/office/drawing/2014/main" id="{2CB8D1F2-BB19-789F-7A10-7392738768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67091" y="1197889"/>
            <a:ext cx="3342312" cy="2842886"/>
          </a:xfrm>
          <a:prstGeom prst="rect">
            <a:avLst/>
          </a:prstGeom>
        </p:spPr>
      </p:pic>
      <p:grpSp>
        <p:nvGrpSpPr>
          <p:cNvPr id="7" name="Group 6">
            <a:extLst>
              <a:ext uri="{FF2B5EF4-FFF2-40B4-BE49-F238E27FC236}">
                <a16:creationId xmlns:a16="http://schemas.microsoft.com/office/drawing/2014/main" id="{65A412EB-E0A6-358C-725B-9DE71558A9FA}"/>
              </a:ext>
            </a:extLst>
          </p:cNvPr>
          <p:cNvGrpSpPr/>
          <p:nvPr userDrawn="1"/>
        </p:nvGrpSpPr>
        <p:grpSpPr>
          <a:xfrm>
            <a:off x="8456605" y="4038599"/>
            <a:ext cx="3352811" cy="1835639"/>
            <a:chOff x="8695305" y="4038599"/>
            <a:chExt cx="3088783" cy="1835639"/>
          </a:xfrm>
        </p:grpSpPr>
        <p:grpSp>
          <p:nvGrpSpPr>
            <p:cNvPr id="8" name="Group 7">
              <a:extLst>
                <a:ext uri="{FF2B5EF4-FFF2-40B4-BE49-F238E27FC236}">
                  <a16:creationId xmlns:a16="http://schemas.microsoft.com/office/drawing/2014/main" id="{A8B8258E-A0D6-6490-59A7-8A216AFE77EB}"/>
                </a:ext>
              </a:extLst>
            </p:cNvPr>
            <p:cNvGrpSpPr/>
            <p:nvPr/>
          </p:nvGrpSpPr>
          <p:grpSpPr>
            <a:xfrm>
              <a:off x="8695305" y="4038599"/>
              <a:ext cx="3088783" cy="1835639"/>
              <a:chOff x="8720635" y="4038599"/>
              <a:chExt cx="3088783" cy="1835639"/>
            </a:xfrm>
          </p:grpSpPr>
          <p:grpSp>
            <p:nvGrpSpPr>
              <p:cNvPr id="12" name="Group 11">
                <a:extLst>
                  <a:ext uri="{FF2B5EF4-FFF2-40B4-BE49-F238E27FC236}">
                    <a16:creationId xmlns:a16="http://schemas.microsoft.com/office/drawing/2014/main" id="{8BFAEBDB-6FA7-5CCC-7DBB-B8BB04C1C213}"/>
                  </a:ext>
                </a:extLst>
              </p:cNvPr>
              <p:cNvGrpSpPr/>
              <p:nvPr/>
            </p:nvGrpSpPr>
            <p:grpSpPr>
              <a:xfrm>
                <a:off x="8720635" y="4038599"/>
                <a:ext cx="786090" cy="1262596"/>
                <a:chOff x="8720637" y="4038599"/>
                <a:chExt cx="828547" cy="1330789"/>
              </a:xfrm>
            </p:grpSpPr>
            <p:sp>
              <p:nvSpPr>
                <p:cNvPr id="16" name="Isosceles Triangle 15">
                  <a:extLst>
                    <a:ext uri="{FF2B5EF4-FFF2-40B4-BE49-F238E27FC236}">
                      <a16:creationId xmlns:a16="http://schemas.microsoft.com/office/drawing/2014/main" id="{5B44B970-0217-DCCB-42E0-2E86ADABD14A}"/>
                    </a:ext>
                  </a:extLst>
                </p:cNvPr>
                <p:cNvSpPr/>
                <p:nvPr/>
              </p:nvSpPr>
              <p:spPr>
                <a:xfrm rot="10800000">
                  <a:off x="8720637" y="4038599"/>
                  <a:ext cx="828547" cy="1330789"/>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Isosceles Triangle 16">
                  <a:extLst>
                    <a:ext uri="{FF2B5EF4-FFF2-40B4-BE49-F238E27FC236}">
                      <a16:creationId xmlns:a16="http://schemas.microsoft.com/office/drawing/2014/main" id="{36B1F82B-DBBF-7ADE-2EA5-4A0FA5A3FE95}"/>
                    </a:ext>
                  </a:extLst>
                </p:cNvPr>
                <p:cNvSpPr/>
                <p:nvPr/>
              </p:nvSpPr>
              <p:spPr>
                <a:xfrm rot="10800000">
                  <a:off x="8728691" y="4045438"/>
                  <a:ext cx="434657" cy="716002"/>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8CD14DD9-20A8-8575-7A61-D84640F40301}"/>
                  </a:ext>
                </a:extLst>
              </p:cNvPr>
              <p:cNvGrpSpPr/>
              <p:nvPr/>
            </p:nvGrpSpPr>
            <p:grpSpPr>
              <a:xfrm>
                <a:off x="11107428" y="4521119"/>
                <a:ext cx="701990" cy="1353119"/>
                <a:chOff x="11098080" y="4503109"/>
                <a:chExt cx="711334" cy="1371130"/>
              </a:xfrm>
            </p:grpSpPr>
            <p:sp>
              <p:nvSpPr>
                <p:cNvPr id="14" name="Isosceles Triangle 13">
                  <a:extLst>
                    <a:ext uri="{FF2B5EF4-FFF2-40B4-BE49-F238E27FC236}">
                      <a16:creationId xmlns:a16="http://schemas.microsoft.com/office/drawing/2014/main" id="{77CC67D8-1AC0-2439-FC7E-981AD0F7E4C5}"/>
                    </a:ext>
                  </a:extLst>
                </p:cNvPr>
                <p:cNvSpPr/>
                <p:nvPr/>
              </p:nvSpPr>
              <p:spPr>
                <a:xfrm>
                  <a:off x="11098080" y="4503109"/>
                  <a:ext cx="711334" cy="1155412"/>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5D5A6138-F194-F6FC-182B-9F86724A187C}"/>
                    </a:ext>
                  </a:extLst>
                </p:cNvPr>
                <p:cNvSpPr/>
                <p:nvPr/>
              </p:nvSpPr>
              <p:spPr>
                <a:xfrm>
                  <a:off x="11382608" y="5181602"/>
                  <a:ext cx="426803" cy="692637"/>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9" name="Parallelogram 8">
              <a:extLst>
                <a:ext uri="{FF2B5EF4-FFF2-40B4-BE49-F238E27FC236}">
                  <a16:creationId xmlns:a16="http://schemas.microsoft.com/office/drawing/2014/main" id="{4C7B13B7-18D7-207A-021A-D08E4EEA956E}"/>
                </a:ext>
              </a:extLst>
            </p:cNvPr>
            <p:cNvSpPr/>
            <p:nvPr/>
          </p:nvSpPr>
          <p:spPr>
            <a:xfrm>
              <a:off x="879017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F3D22A7D-FCB9-6BD1-DB73-C2DF853158EB}"/>
                </a:ext>
              </a:extLst>
            </p:cNvPr>
            <p:cNvSpPr/>
            <p:nvPr/>
          </p:nvSpPr>
          <p:spPr>
            <a:xfrm>
              <a:off x="9538317"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75732992-6CC5-4538-D972-F94812ABC780}"/>
                </a:ext>
              </a:extLst>
            </p:cNvPr>
            <p:cNvSpPr/>
            <p:nvPr/>
          </p:nvSpPr>
          <p:spPr>
            <a:xfrm>
              <a:off x="1032558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18" name="Straight Connector 17">
            <a:extLst>
              <a:ext uri="{FF2B5EF4-FFF2-40B4-BE49-F238E27FC236}">
                <a16:creationId xmlns:a16="http://schemas.microsoft.com/office/drawing/2014/main" id="{A5FD5E00-03A9-DB67-7C55-68BA6AEEAEC9}"/>
              </a:ext>
            </a:extLst>
          </p:cNvPr>
          <p:cNvCxnSpPr>
            <a:cxnSpLocks/>
          </p:cNvCxnSpPr>
          <p:nvPr userDrawn="1"/>
        </p:nvCxnSpPr>
        <p:spPr>
          <a:xfrm>
            <a:off x="8456609" y="4045090"/>
            <a:ext cx="3352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0281E0-AEBC-9934-C7A1-645E1CD275F2}"/>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3ACEA6-73D4-5663-99B3-7D9CE75F0A60}"/>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EA6D8AF1-5923-E4E6-6F17-4D28FFF59994}"/>
              </a:ext>
            </a:extLst>
          </p:cNvPr>
          <p:cNvGrpSpPr/>
          <p:nvPr userDrawn="1"/>
        </p:nvGrpSpPr>
        <p:grpSpPr>
          <a:xfrm>
            <a:off x="8456609" y="380998"/>
            <a:ext cx="3" cy="6095997"/>
            <a:chOff x="8456609" y="380998"/>
            <a:chExt cx="3" cy="6095997"/>
          </a:xfrm>
        </p:grpSpPr>
        <p:cxnSp>
          <p:nvCxnSpPr>
            <p:cNvPr id="22" name="Straight Connector 21">
              <a:extLst>
                <a:ext uri="{FF2B5EF4-FFF2-40B4-BE49-F238E27FC236}">
                  <a16:creationId xmlns:a16="http://schemas.microsoft.com/office/drawing/2014/main" id="{AC52B6A6-AA68-91B5-DFCC-91DE61FD7B45}"/>
                </a:ext>
              </a:extLst>
            </p:cNvPr>
            <p:cNvCxnSpPr>
              <a:cxnSpLocks/>
            </p:cNvCxnSpPr>
            <p:nvPr/>
          </p:nvCxnSpPr>
          <p:spPr>
            <a:xfrm>
              <a:off x="8456612" y="831037"/>
              <a:ext cx="0" cy="56459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B70480E-2E91-8FA9-74D0-E6505CCB7373}"/>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745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ottom and content left">
    <p:spTree>
      <p:nvGrpSpPr>
        <p:cNvPr id="1" name=""/>
        <p:cNvGrpSpPr/>
        <p:nvPr/>
      </p:nvGrpSpPr>
      <p:grpSpPr>
        <a:xfrm>
          <a:off x="0" y="0"/>
          <a:ext cx="0" cy="0"/>
          <a:chOff x="0" y="0"/>
          <a:chExt cx="0" cy="0"/>
        </a:xfrm>
      </p:grpSpPr>
      <p:pic>
        <p:nvPicPr>
          <p:cNvPr id="6" name="Picture 5" descr="A blue background with white lines&#10;&#10;Description automatically generated">
            <a:extLst>
              <a:ext uri="{FF2B5EF4-FFF2-40B4-BE49-F238E27FC236}">
                <a16:creationId xmlns:a16="http://schemas.microsoft.com/office/drawing/2014/main" id="{A53C4924-6170-D81C-3073-AC4F70D376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6019602" y="844933"/>
            <a:ext cx="5753100" cy="2070100"/>
          </a:xfrm>
          <a:prstGeom prst="rect">
            <a:avLst/>
          </a:prstGeom>
        </p:spPr>
      </p:pic>
      <p:grpSp>
        <p:nvGrpSpPr>
          <p:cNvPr id="7" name="Group 6">
            <a:extLst>
              <a:ext uri="{FF2B5EF4-FFF2-40B4-BE49-F238E27FC236}">
                <a16:creationId xmlns:a16="http://schemas.microsoft.com/office/drawing/2014/main" id="{860591BE-359C-0F5A-1138-94B25A58E12B}"/>
              </a:ext>
            </a:extLst>
          </p:cNvPr>
          <p:cNvGrpSpPr/>
          <p:nvPr userDrawn="1"/>
        </p:nvGrpSpPr>
        <p:grpSpPr>
          <a:xfrm>
            <a:off x="6019602" y="5661675"/>
            <a:ext cx="5732456" cy="364609"/>
            <a:chOff x="6019602" y="5661675"/>
            <a:chExt cx="5732456" cy="364609"/>
          </a:xfrm>
        </p:grpSpPr>
        <p:sp>
          <p:nvSpPr>
            <p:cNvPr id="8" name="Parallelogram 7">
              <a:extLst>
                <a:ext uri="{FF2B5EF4-FFF2-40B4-BE49-F238E27FC236}">
                  <a16:creationId xmlns:a16="http://schemas.microsoft.com/office/drawing/2014/main" id="{6ADEA197-5435-A4D4-5EAE-1361A252E0A6}"/>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DC4423E0-9271-00AF-97BF-73709650786E}"/>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4EB03BC1-4B65-6435-8A02-2DFEA9C3517F}"/>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4C537638-17EB-C516-1197-0FEE7D2163C7}"/>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4EFC1475-C4BA-8CD0-FAE8-61C54FA7D07C}"/>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4C4FE30E-05DB-3B4D-2E23-2EEDC4B7325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847BA90D-212A-DF64-6BCB-121DBEE10B88}"/>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7473A8DE-0A6F-FCE9-0242-C26500384204}"/>
              </a:ext>
            </a:extLst>
          </p:cNvPr>
          <p:cNvGrpSpPr/>
          <p:nvPr userDrawn="1"/>
        </p:nvGrpSpPr>
        <p:grpSpPr>
          <a:xfrm>
            <a:off x="6010075" y="3276600"/>
            <a:ext cx="5791199" cy="2381900"/>
            <a:chOff x="455611" y="2307799"/>
            <a:chExt cx="5638801" cy="2381900"/>
          </a:xfrm>
        </p:grpSpPr>
        <p:cxnSp>
          <p:nvCxnSpPr>
            <p:cNvPr id="16" name="Straight Connector 15">
              <a:extLst>
                <a:ext uri="{FF2B5EF4-FFF2-40B4-BE49-F238E27FC236}">
                  <a16:creationId xmlns:a16="http://schemas.microsoft.com/office/drawing/2014/main" id="{591E4C76-3597-67DB-A991-CD68CB9C3D22}"/>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E417CE-9A1C-7D61-7122-C2F215281CE7}"/>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05A720F7-4521-28AA-F0EA-9E594613197B}"/>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67BC2822-F3E4-EADA-5A38-B31E5F6F2F93}"/>
              </a:ext>
            </a:extLst>
          </p:cNvPr>
          <p:cNvGrpSpPr/>
          <p:nvPr userDrawn="1"/>
        </p:nvGrpSpPr>
        <p:grpSpPr>
          <a:xfrm>
            <a:off x="6048174" y="2908546"/>
            <a:ext cx="5732456" cy="364609"/>
            <a:chOff x="6019602" y="5661675"/>
            <a:chExt cx="5732456" cy="364609"/>
          </a:xfrm>
        </p:grpSpPr>
        <p:sp>
          <p:nvSpPr>
            <p:cNvPr id="20" name="Parallelogram 19">
              <a:extLst>
                <a:ext uri="{FF2B5EF4-FFF2-40B4-BE49-F238E27FC236}">
                  <a16:creationId xmlns:a16="http://schemas.microsoft.com/office/drawing/2014/main" id="{11D76A43-A8AA-2B5F-2A8D-869C6338F7E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C3BE4205-C3C1-465F-3522-CFE72D74D46B}"/>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50623EA4-0737-4606-618E-1E99FC373E96}"/>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990304E7-4FBA-6560-F1FD-699158903E1F}"/>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4" name="Parallelogram 23">
              <a:extLst>
                <a:ext uri="{FF2B5EF4-FFF2-40B4-BE49-F238E27FC236}">
                  <a16:creationId xmlns:a16="http://schemas.microsoft.com/office/drawing/2014/main" id="{38DF2F8F-A4DE-9A51-5892-F2ABEFC8476E}"/>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5" name="Parallelogram 24">
              <a:extLst>
                <a:ext uri="{FF2B5EF4-FFF2-40B4-BE49-F238E27FC236}">
                  <a16:creationId xmlns:a16="http://schemas.microsoft.com/office/drawing/2014/main" id="{862BEF69-AA65-F49B-5255-29121BDC9C5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6" name="Parallelogram 25">
              <a:extLst>
                <a:ext uri="{FF2B5EF4-FFF2-40B4-BE49-F238E27FC236}">
                  <a16:creationId xmlns:a16="http://schemas.microsoft.com/office/drawing/2014/main" id="{5AE4A6B4-1E90-6820-016B-4C42992D0343}"/>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27" name="Straight Connector 26">
            <a:extLst>
              <a:ext uri="{FF2B5EF4-FFF2-40B4-BE49-F238E27FC236}">
                <a16:creationId xmlns:a16="http://schemas.microsoft.com/office/drawing/2014/main" id="{1A9FA906-0AF9-E1B8-74E8-F146D4E8BFC1}"/>
              </a:ext>
            </a:extLst>
          </p:cNvPr>
          <p:cNvCxnSpPr>
            <a:cxnSpLocks/>
          </p:cNvCxnSpPr>
          <p:nvPr userDrawn="1"/>
        </p:nvCxnSpPr>
        <p:spPr>
          <a:xfrm flipH="1">
            <a:off x="6010075"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F1BCDDA3-C13F-B9F7-895C-DC53390F4DE1}"/>
              </a:ext>
            </a:extLst>
          </p:cNvPr>
          <p:cNvSpPr>
            <a:spLocks noGrp="1"/>
          </p:cNvSpPr>
          <p:nvPr>
            <p:ph type="title"/>
          </p:nvPr>
        </p:nvSpPr>
        <p:spPr>
          <a:xfrm>
            <a:off x="6016752" y="3324415"/>
            <a:ext cx="5788152" cy="2286000"/>
          </a:xfrm>
        </p:spPr>
        <p:txBody>
          <a:bodyPr/>
          <a:lstStyle/>
          <a:p>
            <a:r>
              <a:rPr lang="en-US" dirty="0"/>
              <a:t>Click to edit Master title style</a:t>
            </a:r>
          </a:p>
        </p:txBody>
      </p:sp>
      <p:sp>
        <p:nvSpPr>
          <p:cNvPr id="29" name="Content Placeholder 40">
            <a:extLst>
              <a:ext uri="{FF2B5EF4-FFF2-40B4-BE49-F238E27FC236}">
                <a16:creationId xmlns:a16="http://schemas.microsoft.com/office/drawing/2014/main" id="{E158113E-F5F4-CD42-D6AE-FE847DA8DC98}"/>
              </a:ext>
            </a:extLst>
          </p:cNvPr>
          <p:cNvSpPr>
            <a:spLocks noGrp="1"/>
          </p:cNvSpPr>
          <p:nvPr>
            <p:ph sz="quarter" idx="13"/>
          </p:nvPr>
        </p:nvSpPr>
        <p:spPr>
          <a:xfrm>
            <a:off x="987552"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1995152-8518-81B4-8DEA-0E13F6EC102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494940A8-8A97-0FF4-11B6-360DC35D68B8}"/>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58ED3D9E-A74F-614E-BD02-C6361A3550DA}"/>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11823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066C8-5392-A1BA-3E25-166578452136}"/>
              </a:ext>
            </a:extLst>
          </p:cNvPr>
          <p:cNvSpPr>
            <a:spLocks noGrp="1"/>
          </p:cNvSpPr>
          <p:nvPr>
            <p:ph type="title"/>
          </p:nvPr>
        </p:nvSpPr>
        <p:spPr>
          <a:xfrm>
            <a:off x="455602" y="1563623"/>
            <a:ext cx="11353801" cy="1581912"/>
          </a:xfrm>
        </p:spPr>
        <p:txBody>
          <a:bodyPr/>
          <a:lstStyle/>
          <a:p>
            <a:r>
              <a:rPr lang="en-US"/>
              <a:t>Click to edit Master title style</a:t>
            </a:r>
          </a:p>
        </p:txBody>
      </p:sp>
      <p:pic>
        <p:nvPicPr>
          <p:cNvPr id="6" name="Picture 5" descr="A white line art of a gear&#10;&#10;Description automatically generated">
            <a:extLst>
              <a:ext uri="{FF2B5EF4-FFF2-40B4-BE49-F238E27FC236}">
                <a16:creationId xmlns:a16="http://schemas.microsoft.com/office/drawing/2014/main" id="{969D475A-FF4D-4BF6-771B-6E26F1086EA7}"/>
              </a:ext>
            </a:extLst>
          </p:cNvPr>
          <p:cNvPicPr>
            <a:picLocks noChangeAspect="1"/>
          </p:cNvPicPr>
          <p:nvPr userDrawn="1"/>
        </p:nvPicPr>
        <p:blipFill>
          <a:blip r:embed="rId2">
            <a:clrChange>
              <a:clrFrom>
                <a:srgbClr val="003A52"/>
              </a:clrFrom>
              <a:clrTo>
                <a:srgbClr val="003A52">
                  <a:alpha val="0"/>
                </a:srgbClr>
              </a:clrTo>
            </a:clrChange>
            <a:extLst>
              <a:ext uri="{28A0092B-C50C-407E-A947-70E740481C1C}">
                <a14:useLocalDpi xmlns:a14="http://schemas.microsoft.com/office/drawing/2010/main" val="0"/>
              </a:ext>
            </a:extLst>
          </a:blip>
          <a:stretch>
            <a:fillRect/>
          </a:stretch>
        </p:blipFill>
        <p:spPr>
          <a:xfrm>
            <a:off x="455540" y="3533948"/>
            <a:ext cx="11353778" cy="2487625"/>
          </a:xfrm>
          <a:prstGeom prst="rect">
            <a:avLst/>
          </a:prstGeom>
        </p:spPr>
      </p:pic>
      <p:grpSp>
        <p:nvGrpSpPr>
          <p:cNvPr id="7" name="Group 6">
            <a:extLst>
              <a:ext uri="{FF2B5EF4-FFF2-40B4-BE49-F238E27FC236}">
                <a16:creationId xmlns:a16="http://schemas.microsoft.com/office/drawing/2014/main" id="{0103F0F1-8B99-CE42-49F5-9FDBAC231D27}"/>
              </a:ext>
            </a:extLst>
          </p:cNvPr>
          <p:cNvGrpSpPr/>
          <p:nvPr userDrawn="1"/>
        </p:nvGrpSpPr>
        <p:grpSpPr>
          <a:xfrm>
            <a:off x="455615" y="3138348"/>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8" name="Parallelogram 7">
              <a:extLst>
                <a:ext uri="{FF2B5EF4-FFF2-40B4-BE49-F238E27FC236}">
                  <a16:creationId xmlns:a16="http://schemas.microsoft.com/office/drawing/2014/main" id="{7F069E72-7FF8-84AF-9550-9DA72DAF57AF}"/>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 8">
              <a:extLst>
                <a:ext uri="{FF2B5EF4-FFF2-40B4-BE49-F238E27FC236}">
                  <a16:creationId xmlns:a16="http://schemas.microsoft.com/office/drawing/2014/main" id="{3B41BD85-A1B9-2654-071F-3CFD640054A8}"/>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 9">
              <a:extLst>
                <a:ext uri="{FF2B5EF4-FFF2-40B4-BE49-F238E27FC236}">
                  <a16:creationId xmlns:a16="http://schemas.microsoft.com/office/drawing/2014/main" id="{EED0310C-65DC-829E-ADA4-298D99C781BC}"/>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 10">
              <a:extLst>
                <a:ext uri="{FF2B5EF4-FFF2-40B4-BE49-F238E27FC236}">
                  <a16:creationId xmlns:a16="http://schemas.microsoft.com/office/drawing/2014/main" id="{40C02DCA-8541-233D-F0A7-5DE5DEE95FB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 11">
              <a:extLst>
                <a:ext uri="{FF2B5EF4-FFF2-40B4-BE49-F238E27FC236}">
                  <a16:creationId xmlns:a16="http://schemas.microsoft.com/office/drawing/2014/main" id="{E13D6679-F5AE-64AE-B005-22D18A4ABB1F}"/>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 12">
              <a:extLst>
                <a:ext uri="{FF2B5EF4-FFF2-40B4-BE49-F238E27FC236}">
                  <a16:creationId xmlns:a16="http://schemas.microsoft.com/office/drawing/2014/main" id="{49DDBE34-9147-41FD-5A16-1645B85BF77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 13">
              <a:extLst>
                <a:ext uri="{FF2B5EF4-FFF2-40B4-BE49-F238E27FC236}">
                  <a16:creationId xmlns:a16="http://schemas.microsoft.com/office/drawing/2014/main" id="{50BCD038-1DDC-CA2E-64E7-AA5DB38BA647}"/>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 14">
              <a:extLst>
                <a:ext uri="{FF2B5EF4-FFF2-40B4-BE49-F238E27FC236}">
                  <a16:creationId xmlns:a16="http://schemas.microsoft.com/office/drawing/2014/main" id="{1C92CC9B-4B44-3A01-7047-6BD05D8FE7E6}"/>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 15">
              <a:extLst>
                <a:ext uri="{FF2B5EF4-FFF2-40B4-BE49-F238E27FC236}">
                  <a16:creationId xmlns:a16="http://schemas.microsoft.com/office/drawing/2014/main" id="{DD9852C8-BC54-FAF3-2D8A-25CBF6E9B28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 16">
              <a:extLst>
                <a:ext uri="{FF2B5EF4-FFF2-40B4-BE49-F238E27FC236}">
                  <a16:creationId xmlns:a16="http://schemas.microsoft.com/office/drawing/2014/main" id="{E261DBF9-F690-CF17-0B00-E392C2D9025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 17">
              <a:extLst>
                <a:ext uri="{FF2B5EF4-FFF2-40B4-BE49-F238E27FC236}">
                  <a16:creationId xmlns:a16="http://schemas.microsoft.com/office/drawing/2014/main" id="{F56C1240-414B-5EB8-5FBB-A7A13DD69A8A}"/>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 18">
              <a:extLst>
                <a:ext uri="{FF2B5EF4-FFF2-40B4-BE49-F238E27FC236}">
                  <a16:creationId xmlns:a16="http://schemas.microsoft.com/office/drawing/2014/main" id="{DFE17768-D6D8-33D5-9451-D0541F50534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 19">
              <a:extLst>
                <a:ext uri="{FF2B5EF4-FFF2-40B4-BE49-F238E27FC236}">
                  <a16:creationId xmlns:a16="http://schemas.microsoft.com/office/drawing/2014/main" id="{569E932A-90F8-DB19-C847-A7F5644D2FFC}"/>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 20">
              <a:extLst>
                <a:ext uri="{FF2B5EF4-FFF2-40B4-BE49-F238E27FC236}">
                  <a16:creationId xmlns:a16="http://schemas.microsoft.com/office/drawing/2014/main" id="{CE53EA5E-8AA6-53A1-2687-A756CD87804C}"/>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2" name="Parallelogram 21">
              <a:extLst>
                <a:ext uri="{FF2B5EF4-FFF2-40B4-BE49-F238E27FC236}">
                  <a16:creationId xmlns:a16="http://schemas.microsoft.com/office/drawing/2014/main" id="{0EAA1DEC-D68F-6F97-707F-E2804657BF77}"/>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grpSp>
        <p:nvGrpSpPr>
          <p:cNvPr id="23" name="Group 22">
            <a:extLst>
              <a:ext uri="{FF2B5EF4-FFF2-40B4-BE49-F238E27FC236}">
                <a16:creationId xmlns:a16="http://schemas.microsoft.com/office/drawing/2014/main" id="{3252422E-1717-6BC8-5C4C-4DCF8E31AFCA}"/>
              </a:ext>
            </a:extLst>
          </p:cNvPr>
          <p:cNvGrpSpPr/>
          <p:nvPr userDrawn="1"/>
        </p:nvGrpSpPr>
        <p:grpSpPr>
          <a:xfrm>
            <a:off x="455611" y="1185957"/>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24" name="Parallelogram 23">
              <a:extLst>
                <a:ext uri="{FF2B5EF4-FFF2-40B4-BE49-F238E27FC236}">
                  <a16:creationId xmlns:a16="http://schemas.microsoft.com/office/drawing/2014/main" id="{A25CC66E-2E68-8B92-D342-F09DD44E5CE6}"/>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5" name="Parallelogram 24">
              <a:extLst>
                <a:ext uri="{FF2B5EF4-FFF2-40B4-BE49-F238E27FC236}">
                  <a16:creationId xmlns:a16="http://schemas.microsoft.com/office/drawing/2014/main" id="{9732F62B-BCFB-7561-1207-27EA2A4F4EB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 25">
              <a:extLst>
                <a:ext uri="{FF2B5EF4-FFF2-40B4-BE49-F238E27FC236}">
                  <a16:creationId xmlns:a16="http://schemas.microsoft.com/office/drawing/2014/main" id="{DE51CE20-CE21-66D2-C44C-81A8838052D0}"/>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 26">
              <a:extLst>
                <a:ext uri="{FF2B5EF4-FFF2-40B4-BE49-F238E27FC236}">
                  <a16:creationId xmlns:a16="http://schemas.microsoft.com/office/drawing/2014/main" id="{1C7E2B8F-1664-7BF8-E7DB-62896D7DB7E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 27">
              <a:extLst>
                <a:ext uri="{FF2B5EF4-FFF2-40B4-BE49-F238E27FC236}">
                  <a16:creationId xmlns:a16="http://schemas.microsoft.com/office/drawing/2014/main" id="{AD132DAD-249F-1606-4B29-D7F50EA9BEB0}"/>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 28">
              <a:extLst>
                <a:ext uri="{FF2B5EF4-FFF2-40B4-BE49-F238E27FC236}">
                  <a16:creationId xmlns:a16="http://schemas.microsoft.com/office/drawing/2014/main" id="{1A92F374-94E5-72C1-833E-3C8981C99F82}"/>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 29">
              <a:extLst>
                <a:ext uri="{FF2B5EF4-FFF2-40B4-BE49-F238E27FC236}">
                  <a16:creationId xmlns:a16="http://schemas.microsoft.com/office/drawing/2014/main" id="{30660F29-C34F-F142-FBFE-5EFF60592A74}"/>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 30">
              <a:extLst>
                <a:ext uri="{FF2B5EF4-FFF2-40B4-BE49-F238E27FC236}">
                  <a16:creationId xmlns:a16="http://schemas.microsoft.com/office/drawing/2014/main" id="{23F64602-E590-A750-534A-7E8562CB56F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 31">
              <a:extLst>
                <a:ext uri="{FF2B5EF4-FFF2-40B4-BE49-F238E27FC236}">
                  <a16:creationId xmlns:a16="http://schemas.microsoft.com/office/drawing/2014/main" id="{AB0401DE-A1ED-EEA2-D768-C7A0FB5F386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 32">
              <a:extLst>
                <a:ext uri="{FF2B5EF4-FFF2-40B4-BE49-F238E27FC236}">
                  <a16:creationId xmlns:a16="http://schemas.microsoft.com/office/drawing/2014/main" id="{3B9774AB-0141-5B5D-8FBB-A72088A585C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 33">
              <a:extLst>
                <a:ext uri="{FF2B5EF4-FFF2-40B4-BE49-F238E27FC236}">
                  <a16:creationId xmlns:a16="http://schemas.microsoft.com/office/drawing/2014/main" id="{1657BA7F-A6EE-94D0-018F-23DC9C4E46E9}"/>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 34">
              <a:extLst>
                <a:ext uri="{FF2B5EF4-FFF2-40B4-BE49-F238E27FC236}">
                  <a16:creationId xmlns:a16="http://schemas.microsoft.com/office/drawing/2014/main" id="{7F2BDA6F-B4D1-D747-F3CA-990D29E11B47}"/>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 35">
              <a:extLst>
                <a:ext uri="{FF2B5EF4-FFF2-40B4-BE49-F238E27FC236}">
                  <a16:creationId xmlns:a16="http://schemas.microsoft.com/office/drawing/2014/main" id="{D3E818D4-E9D6-0078-63FD-E42F98C2D9F0}"/>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 36">
              <a:extLst>
                <a:ext uri="{FF2B5EF4-FFF2-40B4-BE49-F238E27FC236}">
                  <a16:creationId xmlns:a16="http://schemas.microsoft.com/office/drawing/2014/main" id="{83CB616E-EE88-5948-5603-D3F263478B7A}"/>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 37">
              <a:extLst>
                <a:ext uri="{FF2B5EF4-FFF2-40B4-BE49-F238E27FC236}">
                  <a16:creationId xmlns:a16="http://schemas.microsoft.com/office/drawing/2014/main" id="{F805762A-0137-B6B4-A7FA-341473BC0A03}"/>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39" name="Straight Connector 38">
            <a:extLst>
              <a:ext uri="{FF2B5EF4-FFF2-40B4-BE49-F238E27FC236}">
                <a16:creationId xmlns:a16="http://schemas.microsoft.com/office/drawing/2014/main" id="{3AE54100-0339-C628-C2A7-18646AEB0A65}"/>
              </a:ext>
            </a:extLst>
          </p:cNvPr>
          <p:cNvCxnSpPr>
            <a:cxnSpLocks/>
          </p:cNvCxnSpPr>
          <p:nvPr userDrawn="1"/>
        </p:nvCxnSpPr>
        <p:spPr>
          <a:xfrm flipH="1">
            <a:off x="455611" y="315276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6EE3CD7-417A-CD45-DA09-19387AFBA24B}"/>
              </a:ext>
            </a:extLst>
          </p:cNvPr>
          <p:cNvCxnSpPr>
            <a:cxnSpLocks/>
          </p:cNvCxnSpPr>
          <p:nvPr userDrawn="1"/>
        </p:nvCxnSpPr>
        <p:spPr>
          <a:xfrm flipH="1">
            <a:off x="455611" y="351510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81DE243-6E14-E68B-44C2-BD531EA724C3}"/>
              </a:ext>
            </a:extLst>
          </p:cNvPr>
          <p:cNvCxnSpPr/>
          <p:nvPr userDrawn="1"/>
        </p:nvCxnSpPr>
        <p:spPr>
          <a:xfrm>
            <a:off x="455575" y="1546850"/>
            <a:ext cx="11353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EBFA232-92D1-0D73-6867-FE0D0589B3F2}"/>
              </a:ext>
            </a:extLst>
          </p:cNvPr>
          <p:cNvCxnSpPr/>
          <p:nvPr userDrawn="1"/>
        </p:nvCxnSpPr>
        <p:spPr>
          <a:xfrm rot="10800000">
            <a:off x="455576" y="1191271"/>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28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bottom and content right">
    <p:spTree>
      <p:nvGrpSpPr>
        <p:cNvPr id="1" name=""/>
        <p:cNvGrpSpPr/>
        <p:nvPr/>
      </p:nvGrpSpPr>
      <p:grpSpPr>
        <a:xfrm>
          <a:off x="0" y="0"/>
          <a:ext cx="0" cy="0"/>
          <a:chOff x="0" y="0"/>
          <a:chExt cx="0" cy="0"/>
        </a:xfrm>
      </p:grpSpPr>
      <p:pic>
        <p:nvPicPr>
          <p:cNvPr id="6" name="Picture 5" descr="A blue background with white lines&#10;&#10;Description automatically generated">
            <a:extLst>
              <a:ext uri="{FF2B5EF4-FFF2-40B4-BE49-F238E27FC236}">
                <a16:creationId xmlns:a16="http://schemas.microsoft.com/office/drawing/2014/main" id="{4BDA383F-AAAB-383E-24EA-13712AD327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477935" y="837775"/>
            <a:ext cx="5753100" cy="2070100"/>
          </a:xfrm>
          <a:prstGeom prst="rect">
            <a:avLst/>
          </a:prstGeom>
        </p:spPr>
      </p:pic>
      <p:grpSp>
        <p:nvGrpSpPr>
          <p:cNvPr id="7" name="Group 6">
            <a:extLst>
              <a:ext uri="{FF2B5EF4-FFF2-40B4-BE49-F238E27FC236}">
                <a16:creationId xmlns:a16="http://schemas.microsoft.com/office/drawing/2014/main" id="{4E8CC2BA-9E5A-B8F9-6B92-0FC813C23D75}"/>
              </a:ext>
            </a:extLst>
          </p:cNvPr>
          <p:cNvGrpSpPr/>
          <p:nvPr userDrawn="1"/>
        </p:nvGrpSpPr>
        <p:grpSpPr>
          <a:xfrm>
            <a:off x="455611" y="5661675"/>
            <a:ext cx="5732456" cy="364609"/>
            <a:chOff x="6019602" y="5661675"/>
            <a:chExt cx="5732456" cy="364609"/>
          </a:xfrm>
        </p:grpSpPr>
        <p:sp>
          <p:nvSpPr>
            <p:cNvPr id="8" name="Parallelogram 7">
              <a:extLst>
                <a:ext uri="{FF2B5EF4-FFF2-40B4-BE49-F238E27FC236}">
                  <a16:creationId xmlns:a16="http://schemas.microsoft.com/office/drawing/2014/main" id="{DD87EAD6-EBC7-D3AE-60C3-34B05DA56A41}"/>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03B83F28-4E4E-9AEB-7861-D13F12EDE88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ABB418CF-2B2A-A44A-B968-D6BA1C6D1F2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14B9E5FD-D81F-CF7A-96B8-FB23060CBEA0}"/>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523B551B-59FF-03A9-CA32-E730A1D2331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921355AD-BB27-6A35-BB58-A8A524B924E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DAB52D65-3606-3391-4D1C-BDE810314BD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4A6691FF-3F7E-38FB-08DC-FE05A0521124}"/>
              </a:ext>
            </a:extLst>
          </p:cNvPr>
          <p:cNvGrpSpPr/>
          <p:nvPr userDrawn="1"/>
        </p:nvGrpSpPr>
        <p:grpSpPr>
          <a:xfrm>
            <a:off x="484183" y="2908546"/>
            <a:ext cx="5732456" cy="364609"/>
            <a:chOff x="6019602" y="5661675"/>
            <a:chExt cx="5732456" cy="364609"/>
          </a:xfrm>
        </p:grpSpPr>
        <p:sp>
          <p:nvSpPr>
            <p:cNvPr id="16" name="Parallelogram 15">
              <a:extLst>
                <a:ext uri="{FF2B5EF4-FFF2-40B4-BE49-F238E27FC236}">
                  <a16:creationId xmlns:a16="http://schemas.microsoft.com/office/drawing/2014/main" id="{75AA5753-53CF-3221-6B62-080BB935EC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Parallelogram 16">
              <a:extLst>
                <a:ext uri="{FF2B5EF4-FFF2-40B4-BE49-F238E27FC236}">
                  <a16:creationId xmlns:a16="http://schemas.microsoft.com/office/drawing/2014/main" id="{668CA797-7D5A-B608-1ACA-335231DDC29D}"/>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F54C3A0B-24B1-33F2-A522-EDF45D606FC5}"/>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87BEB395-0B6F-F887-6EF4-EF08239D52F9}"/>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CAE4E799-173B-B9F1-B06C-A0CC3B066A56}"/>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8E793C89-7366-2BCC-D2DB-2F28E9A2A1D4}"/>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28FA3D98-A64F-944A-AB04-37FC2FDDD46E}"/>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3CC19533-8F1E-44A7-8B47-99AB857DF6AB}"/>
              </a:ext>
            </a:extLst>
          </p:cNvPr>
          <p:cNvGrpSpPr/>
          <p:nvPr userDrawn="1"/>
        </p:nvGrpSpPr>
        <p:grpSpPr>
          <a:xfrm>
            <a:off x="446084" y="3276600"/>
            <a:ext cx="5791199" cy="2381900"/>
            <a:chOff x="455611" y="2307799"/>
            <a:chExt cx="5638801" cy="2381900"/>
          </a:xfrm>
        </p:grpSpPr>
        <p:cxnSp>
          <p:nvCxnSpPr>
            <p:cNvPr id="24" name="Straight Connector 23">
              <a:extLst>
                <a:ext uri="{FF2B5EF4-FFF2-40B4-BE49-F238E27FC236}">
                  <a16:creationId xmlns:a16="http://schemas.microsoft.com/office/drawing/2014/main" id="{4073E0F0-E5BD-F223-137D-A645FCF5C0AC}"/>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37CF0E-9F41-6673-C0E1-3BBAD85DA798}"/>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C443ED3E-F773-4648-2849-F1F54DBAF3A5}"/>
              </a:ext>
            </a:extLst>
          </p:cNvPr>
          <p:cNvCxnSpPr/>
          <p:nvPr userDrawn="1"/>
        </p:nvCxnSpPr>
        <p:spPr>
          <a:xfrm>
            <a:off x="623131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85DADD4-18BE-A44A-CDDD-3DD34E207714}"/>
              </a:ext>
            </a:extLst>
          </p:cNvPr>
          <p:cNvCxnSpPr>
            <a:cxnSpLocks/>
          </p:cNvCxnSpPr>
          <p:nvPr userDrawn="1"/>
        </p:nvCxnSpPr>
        <p:spPr>
          <a:xfrm flipH="1">
            <a:off x="446084"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99BAFD8D-B1A2-223F-5DEE-8513D22E1155}"/>
              </a:ext>
            </a:extLst>
          </p:cNvPr>
          <p:cNvSpPr>
            <a:spLocks noGrp="1"/>
          </p:cNvSpPr>
          <p:nvPr>
            <p:ph type="title"/>
          </p:nvPr>
        </p:nvSpPr>
        <p:spPr>
          <a:xfrm>
            <a:off x="457200" y="3324415"/>
            <a:ext cx="5768138" cy="2286000"/>
          </a:xfrm>
        </p:spPr>
        <p:txBody>
          <a:bodyPr>
            <a:normAutofit/>
          </a:bodyPr>
          <a:lstStyle>
            <a:lvl1pPr>
              <a:defRPr sz="3200"/>
            </a:lvl1pPr>
          </a:lstStyle>
          <a:p>
            <a:r>
              <a:rPr lang="en-US" dirty="0"/>
              <a:t>Click to edit Master title style</a:t>
            </a:r>
          </a:p>
        </p:txBody>
      </p:sp>
      <p:sp>
        <p:nvSpPr>
          <p:cNvPr id="29" name="Content Placeholder 40">
            <a:extLst>
              <a:ext uri="{FF2B5EF4-FFF2-40B4-BE49-F238E27FC236}">
                <a16:creationId xmlns:a16="http://schemas.microsoft.com/office/drawing/2014/main" id="{DAF58893-225F-9839-4AF5-8AF4C9A4D29B}"/>
              </a:ext>
            </a:extLst>
          </p:cNvPr>
          <p:cNvSpPr>
            <a:spLocks noGrp="1"/>
          </p:cNvSpPr>
          <p:nvPr>
            <p:ph sz="quarter" idx="13"/>
          </p:nvPr>
        </p:nvSpPr>
        <p:spPr>
          <a:xfrm>
            <a:off x="6775704"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2A924-A402-448B-CA05-2645ABDBE76C}"/>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353CF3B9-43F6-FADE-60C0-0D4DC01D96E6}"/>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59496FBA-69D5-F381-4BB3-47DEEE821A63}"/>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199721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bottom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C55C-9AF8-EB7E-D4A4-C30E6C649772}"/>
              </a:ext>
            </a:extLst>
          </p:cNvPr>
          <p:cNvSpPr>
            <a:spLocks noGrp="1"/>
          </p:cNvSpPr>
          <p:nvPr>
            <p:ph type="title"/>
          </p:nvPr>
        </p:nvSpPr>
        <p:spPr>
          <a:xfrm>
            <a:off x="455602" y="4398263"/>
            <a:ext cx="9683496" cy="1572768"/>
          </a:xfrm>
        </p:spPr>
        <p:txBody>
          <a:bodyPr/>
          <a:lstStyle/>
          <a:p>
            <a:r>
              <a:rPr lang="en-US"/>
              <a:t>Click to edit Master title style</a:t>
            </a:r>
          </a:p>
        </p:txBody>
      </p:sp>
      <p:sp>
        <p:nvSpPr>
          <p:cNvPr id="13" name="Content Placeholder 40">
            <a:extLst>
              <a:ext uri="{FF2B5EF4-FFF2-40B4-BE49-F238E27FC236}">
                <a16:creationId xmlns:a16="http://schemas.microsoft.com/office/drawing/2014/main" id="{7C8F3378-EB27-AC31-6C44-8CB4DBF4C563}"/>
              </a:ext>
            </a:extLst>
          </p:cNvPr>
          <p:cNvSpPr>
            <a:spLocks noGrp="1"/>
          </p:cNvSpPr>
          <p:nvPr>
            <p:ph sz="quarter" idx="14"/>
          </p:nvPr>
        </p:nvSpPr>
        <p:spPr>
          <a:xfrm>
            <a:off x="987552" y="1188720"/>
            <a:ext cx="4645152" cy="2999232"/>
          </a:xfrm>
        </p:spPr>
        <p:txBody>
          <a:bodyPr anchor="ctr">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702552" y="1188720"/>
            <a:ext cx="4645152" cy="2999232"/>
          </a:xfrm>
        </p:spPr>
        <p:txBody>
          <a:bodyPr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sp>
        <p:nvSpPr>
          <p:cNvPr id="6" name="Isosceles Triangle 5">
            <a:extLst>
              <a:ext uri="{FF2B5EF4-FFF2-40B4-BE49-F238E27FC236}">
                <a16:creationId xmlns:a16="http://schemas.microsoft.com/office/drawing/2014/main" id="{0E235CD8-6A96-F95D-9E38-23FDC13785B7}"/>
              </a:ext>
            </a:extLst>
          </p:cNvPr>
          <p:cNvSpPr/>
          <p:nvPr userDrawn="1"/>
        </p:nvSpPr>
        <p:spPr>
          <a:xfrm rot="10800000">
            <a:off x="10378860" y="4351368"/>
            <a:ext cx="414179" cy="1258812"/>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7" name="Parallelogram 6">
            <a:extLst>
              <a:ext uri="{FF2B5EF4-FFF2-40B4-BE49-F238E27FC236}">
                <a16:creationId xmlns:a16="http://schemas.microsoft.com/office/drawing/2014/main" id="{EE742EAC-BCB8-F9D0-84D4-6A653D38B768}"/>
              </a:ext>
            </a:extLst>
          </p:cNvPr>
          <p:cNvSpPr/>
          <p:nvPr userDrawn="1"/>
        </p:nvSpPr>
        <p:spPr>
          <a:xfrm>
            <a:off x="10585951" y="4352034"/>
            <a:ext cx="986271" cy="1666288"/>
          </a:xfrm>
          <a:prstGeom prst="parallelogram">
            <a:avLst>
              <a:gd name="adj" fmla="val 5997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F2FFFB8A-B590-C981-BB08-04BD3554C8D7}"/>
              </a:ext>
            </a:extLst>
          </p:cNvPr>
          <p:cNvCxnSpPr>
            <a:cxnSpLocks/>
          </p:cNvCxnSpPr>
          <p:nvPr userDrawn="1"/>
        </p:nvCxnSpPr>
        <p:spPr>
          <a:xfrm>
            <a:off x="6102350"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35F434B5-8A80-F035-A0F7-495BEC5D5CEB}"/>
              </a:ext>
            </a:extLst>
          </p:cNvPr>
          <p:cNvSpPr/>
          <p:nvPr userDrawn="1"/>
        </p:nvSpPr>
        <p:spPr>
          <a:xfrm>
            <a:off x="11374043" y="4759509"/>
            <a:ext cx="414179" cy="1258813"/>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7F102734-0974-5386-C0F9-E2BE7EA6E6E5}"/>
              </a:ext>
            </a:extLst>
          </p:cNvPr>
          <p:cNvCxnSpPr>
            <a:cxnSpLocks/>
          </p:cNvCxnSpPr>
          <p:nvPr userDrawn="1"/>
        </p:nvCxnSpPr>
        <p:spPr>
          <a:xfrm>
            <a:off x="10378445" y="4343400"/>
            <a:ext cx="1" cy="1682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00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with top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5F15-A535-359D-EE3D-3BBDB2EACAF9}"/>
              </a:ext>
            </a:extLst>
          </p:cNvPr>
          <p:cNvSpPr>
            <a:spLocks noGrp="1"/>
          </p:cNvSpPr>
          <p:nvPr>
            <p:ph type="title"/>
          </p:nvPr>
        </p:nvSpPr>
        <p:spPr>
          <a:xfrm>
            <a:off x="455602" y="831035"/>
            <a:ext cx="11353801" cy="1389888"/>
          </a:xfrm>
        </p:spPr>
        <p:txBody>
          <a:bodyPr/>
          <a:lstStyle/>
          <a:p>
            <a:r>
              <a:rPr lang="en-US"/>
              <a:t>Click to edit Master title style</a:t>
            </a:r>
          </a:p>
        </p:txBody>
      </p:sp>
      <p:sp>
        <p:nvSpPr>
          <p:cNvPr id="7" name="Content Placeholder 40">
            <a:extLst>
              <a:ext uri="{FF2B5EF4-FFF2-40B4-BE49-F238E27FC236}">
                <a16:creationId xmlns:a16="http://schemas.microsoft.com/office/drawing/2014/main" id="{8880E109-D2C0-09D8-1A97-262785E609F3}"/>
              </a:ext>
            </a:extLst>
          </p:cNvPr>
          <p:cNvSpPr>
            <a:spLocks noGrp="1"/>
          </p:cNvSpPr>
          <p:nvPr>
            <p:ph sz="quarter" idx="14"/>
          </p:nvPr>
        </p:nvSpPr>
        <p:spPr>
          <a:xfrm>
            <a:off x="987552" y="2304288"/>
            <a:ext cx="4645152" cy="3410712"/>
          </a:xfrm>
        </p:spPr>
        <p:txBody>
          <a:bodyPr anchor="ctr"/>
          <a:lstStyle>
            <a:lvl1pPr marL="228600" indent="-228600">
              <a:lnSpc>
                <a:spcPct val="15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0">
            <a:extLst>
              <a:ext uri="{FF2B5EF4-FFF2-40B4-BE49-F238E27FC236}">
                <a16:creationId xmlns:a16="http://schemas.microsoft.com/office/drawing/2014/main" id="{5E777085-29F0-61FF-3D68-0F6CBA8BB17E}"/>
              </a:ext>
            </a:extLst>
          </p:cNvPr>
          <p:cNvSpPr>
            <a:spLocks noGrp="1"/>
          </p:cNvSpPr>
          <p:nvPr>
            <p:ph sz="quarter" idx="13"/>
          </p:nvPr>
        </p:nvSpPr>
        <p:spPr>
          <a:xfrm>
            <a:off x="6702552" y="2304288"/>
            <a:ext cx="4645152" cy="2999232"/>
          </a:xfrm>
        </p:spPr>
        <p:txBody>
          <a:bodyPr anchor="ctr"/>
          <a:lstStyle>
            <a:lvl1pPr marL="228600" indent="-228600">
              <a:lnSpc>
                <a:spcPct val="15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5C2655-C4F7-BDC7-8E08-DBC1659AA61A}"/>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67FB4CE7-C50F-3D98-D82F-253EF386E612}"/>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AF9C9D65-417E-F629-741D-C9E06E1FE55A}"/>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71023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C55C-9AF8-EB7E-D4A4-C30E6C649772}"/>
              </a:ext>
            </a:extLst>
          </p:cNvPr>
          <p:cNvSpPr>
            <a:spLocks noGrp="1"/>
          </p:cNvSpPr>
          <p:nvPr>
            <p:ph type="title"/>
          </p:nvPr>
        </p:nvSpPr>
        <p:spPr>
          <a:xfrm>
            <a:off x="455602" y="4361688"/>
            <a:ext cx="11356848" cy="1673352"/>
          </a:xfrm>
        </p:spPr>
        <p:txBody>
          <a:bodyPr/>
          <a:lstStyle/>
          <a:p>
            <a:r>
              <a:rPr lang="en-US" dirty="0"/>
              <a:t>Click to edit Master title style</a:t>
            </a:r>
          </a:p>
        </p:txBody>
      </p:sp>
      <p:sp>
        <p:nvSpPr>
          <p:cNvPr id="17" name="Table Placeholder 15">
            <a:extLst>
              <a:ext uri="{FF2B5EF4-FFF2-40B4-BE49-F238E27FC236}">
                <a16:creationId xmlns:a16="http://schemas.microsoft.com/office/drawing/2014/main" id="{FA33993F-8FA8-07DB-3B69-E1A22B18849E}"/>
              </a:ext>
            </a:extLst>
          </p:cNvPr>
          <p:cNvSpPr>
            <a:spLocks noGrp="1"/>
          </p:cNvSpPr>
          <p:nvPr>
            <p:ph type="tbl" sz="quarter" idx="15"/>
          </p:nvPr>
        </p:nvSpPr>
        <p:spPr>
          <a:xfrm>
            <a:off x="455613" y="830263"/>
            <a:ext cx="5789612" cy="3532187"/>
          </a:xfrm>
        </p:spPr>
        <p:txBody>
          <a:bodyPr/>
          <a:lstStyle/>
          <a:p>
            <a:endParaRPr lang="en-US" dirty="0"/>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675120" y="1225296"/>
            <a:ext cx="4645152" cy="2816352"/>
          </a:xfrm>
        </p:spPr>
        <p:txBody>
          <a:bodyPr anchor="t"/>
          <a:lstStyle>
            <a:lvl1pPr marL="228600" indent="-228600">
              <a:lnSpc>
                <a:spcPct val="90000"/>
              </a:lnSpc>
              <a:spcBef>
                <a:spcPts val="1800"/>
              </a:spcBef>
              <a:buFont typeface="Arial" panose="020B0604020202020204" pitchFamily="34" charset="0"/>
              <a:buChar char="•"/>
              <a:defRPr sz="1800"/>
            </a:lvl1pPr>
            <a:lvl2pPr marL="457200">
              <a:defRPr/>
            </a:lvl2pPr>
            <a:lvl3pPr marL="914400">
              <a:defRPr/>
            </a:lvl3pPr>
            <a:lvl4pPr marL="1371600">
              <a:defRPr/>
            </a:lvl4pPr>
            <a:lvl5pPr marL="18288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cxnSp>
        <p:nvCxnSpPr>
          <p:cNvPr id="8" name="Straight Connector 7">
            <a:extLst>
              <a:ext uri="{FF2B5EF4-FFF2-40B4-BE49-F238E27FC236}">
                <a16:creationId xmlns:a16="http://schemas.microsoft.com/office/drawing/2014/main" id="{F2FFFB8A-B590-C981-BB08-04BD3554C8D7}"/>
              </a:ext>
            </a:extLst>
          </p:cNvPr>
          <p:cNvCxnSpPr>
            <a:cxnSpLocks/>
          </p:cNvCxnSpPr>
          <p:nvPr userDrawn="1"/>
        </p:nvCxnSpPr>
        <p:spPr>
          <a:xfrm>
            <a:off x="6245008"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84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full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02" y="831035"/>
            <a:ext cx="11353801" cy="1609344"/>
          </a:xfrm>
        </p:spPr>
        <p:txBody>
          <a:bodyPr/>
          <a:lstStyle/>
          <a:p>
            <a:r>
              <a:rPr lang="en-US" dirty="0"/>
              <a:t>Click to edit Master title style</a:t>
            </a:r>
            <a:endParaRPr dirty="0"/>
          </a:p>
        </p:txBody>
      </p:sp>
      <p:sp>
        <p:nvSpPr>
          <p:cNvPr id="3" name="Content Placeholder 2"/>
          <p:cNvSpPr>
            <a:spLocks noGrp="1"/>
          </p:cNvSpPr>
          <p:nvPr>
            <p:ph idx="1"/>
          </p:nvPr>
        </p:nvSpPr>
        <p:spPr>
          <a:xfrm>
            <a:off x="457200" y="2441448"/>
            <a:ext cx="11356848" cy="3584448"/>
          </a:xfrm>
        </p:spPr>
        <p:txBody>
          <a:bodyPr/>
          <a:lstStyle>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293880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692176E-3B49-0477-AA91-E6395EC3F77D}"/>
              </a:ext>
            </a:extLst>
          </p:cNvPr>
          <p:cNvSpPr>
            <a:spLocks noGrp="1"/>
          </p:cNvSpPr>
          <p:nvPr>
            <p:ph type="title"/>
          </p:nvPr>
        </p:nvSpPr>
        <p:spPr>
          <a:xfrm>
            <a:off x="455602" y="831035"/>
            <a:ext cx="11353801" cy="1609344"/>
          </a:xfrm>
        </p:spPr>
        <p:txBody>
          <a:bodyPr/>
          <a:lstStyle/>
          <a:p>
            <a:r>
              <a:rPr lang="en-US" dirty="0"/>
              <a:t>Click to edit Master title style</a:t>
            </a:r>
            <a:endParaRPr dirty="0"/>
          </a:p>
        </p:txBody>
      </p:sp>
      <p:sp>
        <p:nvSpPr>
          <p:cNvPr id="13" name="Content Placeholder 40">
            <a:extLst>
              <a:ext uri="{FF2B5EF4-FFF2-40B4-BE49-F238E27FC236}">
                <a16:creationId xmlns:a16="http://schemas.microsoft.com/office/drawing/2014/main" id="{7C8F3378-EB27-AC31-6C44-8CB4DBF4C563}"/>
              </a:ext>
            </a:extLst>
          </p:cNvPr>
          <p:cNvSpPr>
            <a:spLocks noGrp="1"/>
          </p:cNvSpPr>
          <p:nvPr>
            <p:ph sz="quarter" idx="14"/>
          </p:nvPr>
        </p:nvSpPr>
        <p:spPr>
          <a:xfrm>
            <a:off x="914400" y="2971800"/>
            <a:ext cx="4645152" cy="2807208"/>
          </a:xfrm>
        </p:spPr>
        <p:txBody>
          <a:bodyPr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784848" y="2971800"/>
            <a:ext cx="4645152" cy="2807208"/>
          </a:xfrm>
        </p:spPr>
        <p:txBody>
          <a:bodyPr anchor="t">
            <a:normAutofit/>
          </a:bodyPr>
          <a:lstStyle>
            <a:lvl1pPr marL="0" indent="0">
              <a:lnSpc>
                <a:spcPct val="90000"/>
              </a:lnSpc>
              <a:spcBef>
                <a:spcPts val="1800"/>
              </a:spcBef>
              <a:buFont typeface="Arial" panose="020B0604020202020204" pitchFamily="34" charset="0"/>
              <a:buNone/>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cxnSp>
        <p:nvCxnSpPr>
          <p:cNvPr id="14" name="Straight Connector 13">
            <a:extLst>
              <a:ext uri="{FF2B5EF4-FFF2-40B4-BE49-F238E27FC236}">
                <a16:creationId xmlns:a16="http://schemas.microsoft.com/office/drawing/2014/main" id="{E6536B7D-E277-C256-5856-F8E6C59FC5E1}"/>
              </a:ext>
            </a:extLst>
          </p:cNvPr>
          <p:cNvCxnSpPr>
            <a:cxnSpLocks/>
          </p:cNvCxnSpPr>
          <p:nvPr userDrawn="1"/>
        </p:nvCxnSpPr>
        <p:spPr>
          <a:xfrm>
            <a:off x="455617" y="2438400"/>
            <a:ext cx="1135377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D52B67A-2B44-F4A3-3DE0-514550897E7D}"/>
              </a:ext>
            </a:extLst>
          </p:cNvPr>
          <p:cNvCxnSpPr>
            <a:cxnSpLocks/>
          </p:cNvCxnSpPr>
          <p:nvPr userDrawn="1"/>
        </p:nvCxnSpPr>
        <p:spPr>
          <a:xfrm>
            <a:off x="6254104" y="2438400"/>
            <a:ext cx="0" cy="3587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15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0A84-9C58-F896-0FB0-49EBCE30672F}"/>
              </a:ext>
            </a:extLst>
          </p:cNvPr>
          <p:cNvSpPr>
            <a:spLocks noGrp="1"/>
          </p:cNvSpPr>
          <p:nvPr>
            <p:ph type="title"/>
          </p:nvPr>
        </p:nvSpPr>
        <p:spPr>
          <a:xfrm>
            <a:off x="455602" y="1197864"/>
            <a:ext cx="11353801" cy="2395728"/>
          </a:xfrm>
        </p:spPr>
        <p:txBody>
          <a:bodyPr>
            <a:normAutofit/>
          </a:bodyPr>
          <a:lstStyle>
            <a:lvl1pPr>
              <a:defRPr sz="4400">
                <a:solidFill>
                  <a:schemeClr val="tx1"/>
                </a:solidFill>
              </a:defRPr>
            </a:lvl1pPr>
          </a:lstStyle>
          <a:p>
            <a:r>
              <a:rPr lang="en-US"/>
              <a:t>Click to edit Master title style</a:t>
            </a:r>
          </a:p>
        </p:txBody>
      </p:sp>
      <p:sp>
        <p:nvSpPr>
          <p:cNvPr id="42" name="Subtitle 2">
            <a:extLst>
              <a:ext uri="{FF2B5EF4-FFF2-40B4-BE49-F238E27FC236}">
                <a16:creationId xmlns:a16="http://schemas.microsoft.com/office/drawing/2014/main" id="{478C78A5-5D77-F57C-D5EA-9FED831F9DA5}"/>
              </a:ext>
            </a:extLst>
          </p:cNvPr>
          <p:cNvSpPr>
            <a:spLocks noGrp="1"/>
          </p:cNvSpPr>
          <p:nvPr>
            <p:ph type="subTitle" idx="1"/>
          </p:nvPr>
        </p:nvSpPr>
        <p:spPr>
          <a:xfrm>
            <a:off x="457200" y="3694176"/>
            <a:ext cx="11356848" cy="1975104"/>
          </a:xfrm>
        </p:spPr>
        <p:txBody>
          <a:bodyPr>
            <a:normAutofit/>
          </a:bodyPr>
          <a:lstStyle>
            <a:lvl1pPr marL="0" indent="0" algn="ctr">
              <a:lnSpc>
                <a:spcPct val="150000"/>
              </a:lnSpc>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6" name="Group 5">
            <a:extLst>
              <a:ext uri="{FF2B5EF4-FFF2-40B4-BE49-F238E27FC236}">
                <a16:creationId xmlns:a16="http://schemas.microsoft.com/office/drawing/2014/main" id="{89272CF2-D7FA-D7DE-67B8-A8E6C0C3987C}"/>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7" name="Parallelogram 6">
              <a:extLst>
                <a:ext uri="{FF2B5EF4-FFF2-40B4-BE49-F238E27FC236}">
                  <a16:creationId xmlns:a16="http://schemas.microsoft.com/office/drawing/2014/main" id="{88716FC7-1AD2-45FF-0DA3-7A1BFB1B2E0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8" name="Parallelogram 7">
              <a:extLst>
                <a:ext uri="{FF2B5EF4-FFF2-40B4-BE49-F238E27FC236}">
                  <a16:creationId xmlns:a16="http://schemas.microsoft.com/office/drawing/2014/main" id="{49BB50BB-555B-D492-C307-C81262E21B59}"/>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 8">
              <a:extLst>
                <a:ext uri="{FF2B5EF4-FFF2-40B4-BE49-F238E27FC236}">
                  <a16:creationId xmlns:a16="http://schemas.microsoft.com/office/drawing/2014/main" id="{38408CA3-CC0E-EC5C-062F-934E485268D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 9">
              <a:extLst>
                <a:ext uri="{FF2B5EF4-FFF2-40B4-BE49-F238E27FC236}">
                  <a16:creationId xmlns:a16="http://schemas.microsoft.com/office/drawing/2014/main" id="{6AE5ED21-EB43-A35B-E75A-451CB583EBA9}"/>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 10">
              <a:extLst>
                <a:ext uri="{FF2B5EF4-FFF2-40B4-BE49-F238E27FC236}">
                  <a16:creationId xmlns:a16="http://schemas.microsoft.com/office/drawing/2014/main" id="{BB385C5A-30D8-0BA8-828B-AB63969F183C}"/>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 11">
              <a:extLst>
                <a:ext uri="{FF2B5EF4-FFF2-40B4-BE49-F238E27FC236}">
                  <a16:creationId xmlns:a16="http://schemas.microsoft.com/office/drawing/2014/main" id="{B64D7533-0D81-28B1-5BCE-B377A69CCB70}"/>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 12">
              <a:extLst>
                <a:ext uri="{FF2B5EF4-FFF2-40B4-BE49-F238E27FC236}">
                  <a16:creationId xmlns:a16="http://schemas.microsoft.com/office/drawing/2014/main" id="{F999CAC2-3805-7790-0D5B-1C0C560FC39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 13">
              <a:extLst>
                <a:ext uri="{FF2B5EF4-FFF2-40B4-BE49-F238E27FC236}">
                  <a16:creationId xmlns:a16="http://schemas.microsoft.com/office/drawing/2014/main" id="{C5745A4C-04EE-2733-6012-D36B5BBBF39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 14">
              <a:extLst>
                <a:ext uri="{FF2B5EF4-FFF2-40B4-BE49-F238E27FC236}">
                  <a16:creationId xmlns:a16="http://schemas.microsoft.com/office/drawing/2014/main" id="{AC857CED-E2E1-89D2-A39D-654ACE08A93B}"/>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 15">
              <a:extLst>
                <a:ext uri="{FF2B5EF4-FFF2-40B4-BE49-F238E27FC236}">
                  <a16:creationId xmlns:a16="http://schemas.microsoft.com/office/drawing/2014/main" id="{39393802-381E-135F-4932-F69B44996A8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 16">
              <a:extLst>
                <a:ext uri="{FF2B5EF4-FFF2-40B4-BE49-F238E27FC236}">
                  <a16:creationId xmlns:a16="http://schemas.microsoft.com/office/drawing/2014/main" id="{B4B70FE7-D13E-6BF8-0263-5DC35765D06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 17">
              <a:extLst>
                <a:ext uri="{FF2B5EF4-FFF2-40B4-BE49-F238E27FC236}">
                  <a16:creationId xmlns:a16="http://schemas.microsoft.com/office/drawing/2014/main" id="{42E69ACE-9D4F-1BC1-3813-E4A8B8D3DC2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 18">
              <a:extLst>
                <a:ext uri="{FF2B5EF4-FFF2-40B4-BE49-F238E27FC236}">
                  <a16:creationId xmlns:a16="http://schemas.microsoft.com/office/drawing/2014/main" id="{F56F1340-0F67-BC41-CE24-7A6D858FB09F}"/>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 19">
              <a:extLst>
                <a:ext uri="{FF2B5EF4-FFF2-40B4-BE49-F238E27FC236}">
                  <a16:creationId xmlns:a16="http://schemas.microsoft.com/office/drawing/2014/main" id="{F982964F-E8E0-48A7-63EE-30E110ED9895}"/>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 20">
              <a:extLst>
                <a:ext uri="{FF2B5EF4-FFF2-40B4-BE49-F238E27FC236}">
                  <a16:creationId xmlns:a16="http://schemas.microsoft.com/office/drawing/2014/main" id="{39F1912B-FF96-9C65-85DE-F7EFD9DF13EB}"/>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22" name="Straight Connector 21">
            <a:extLst>
              <a:ext uri="{FF2B5EF4-FFF2-40B4-BE49-F238E27FC236}">
                <a16:creationId xmlns:a16="http://schemas.microsoft.com/office/drawing/2014/main" id="{2868CC7A-81EA-FE94-C301-81556552A481}"/>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8EC814-52EA-642A-75CD-07481ECF4273}"/>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FDA2521-B0F3-5A0E-9428-0B165F691501}"/>
              </a:ext>
            </a:extLst>
          </p:cNvPr>
          <p:cNvGrpSpPr/>
          <p:nvPr userDrawn="1"/>
        </p:nvGrpSpPr>
        <p:grpSpPr>
          <a:xfrm>
            <a:off x="455595" y="5663122"/>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25" name="Parallelogram 24">
              <a:extLst>
                <a:ext uri="{FF2B5EF4-FFF2-40B4-BE49-F238E27FC236}">
                  <a16:creationId xmlns:a16="http://schemas.microsoft.com/office/drawing/2014/main" id="{FDA5A1D4-EBE7-9453-19D8-B316FAC9992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 25">
              <a:extLst>
                <a:ext uri="{FF2B5EF4-FFF2-40B4-BE49-F238E27FC236}">
                  <a16:creationId xmlns:a16="http://schemas.microsoft.com/office/drawing/2014/main" id="{71E21317-0ADC-6BF8-DFD8-DA8C9E0F0646}"/>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 26">
              <a:extLst>
                <a:ext uri="{FF2B5EF4-FFF2-40B4-BE49-F238E27FC236}">
                  <a16:creationId xmlns:a16="http://schemas.microsoft.com/office/drawing/2014/main" id="{1CEFF694-4FBF-F6A5-750F-30AACB3C2EB9}"/>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 27">
              <a:extLst>
                <a:ext uri="{FF2B5EF4-FFF2-40B4-BE49-F238E27FC236}">
                  <a16:creationId xmlns:a16="http://schemas.microsoft.com/office/drawing/2014/main" id="{75F19B0A-2C90-24E0-A63C-B8B841B832BF}"/>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 28">
              <a:extLst>
                <a:ext uri="{FF2B5EF4-FFF2-40B4-BE49-F238E27FC236}">
                  <a16:creationId xmlns:a16="http://schemas.microsoft.com/office/drawing/2014/main" id="{B2554279-F72C-5046-9E50-62272505D46D}"/>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 29">
              <a:extLst>
                <a:ext uri="{FF2B5EF4-FFF2-40B4-BE49-F238E27FC236}">
                  <a16:creationId xmlns:a16="http://schemas.microsoft.com/office/drawing/2014/main" id="{E736FAE4-B9C8-1879-59A5-D9764E11486C}"/>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 30">
              <a:extLst>
                <a:ext uri="{FF2B5EF4-FFF2-40B4-BE49-F238E27FC236}">
                  <a16:creationId xmlns:a16="http://schemas.microsoft.com/office/drawing/2014/main" id="{77BA47AA-B3DD-48A7-19BD-E8255F9B069A}"/>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 31">
              <a:extLst>
                <a:ext uri="{FF2B5EF4-FFF2-40B4-BE49-F238E27FC236}">
                  <a16:creationId xmlns:a16="http://schemas.microsoft.com/office/drawing/2014/main" id="{88FC8D71-7679-D51D-AA45-16338DBF0DA2}"/>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 32">
              <a:extLst>
                <a:ext uri="{FF2B5EF4-FFF2-40B4-BE49-F238E27FC236}">
                  <a16:creationId xmlns:a16="http://schemas.microsoft.com/office/drawing/2014/main" id="{33BC4D85-8499-C4DE-84DC-80193602AB2A}"/>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 33">
              <a:extLst>
                <a:ext uri="{FF2B5EF4-FFF2-40B4-BE49-F238E27FC236}">
                  <a16:creationId xmlns:a16="http://schemas.microsoft.com/office/drawing/2014/main" id="{95C1B48A-2A95-F0D4-AC65-178A56B43F86}"/>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 34">
              <a:extLst>
                <a:ext uri="{FF2B5EF4-FFF2-40B4-BE49-F238E27FC236}">
                  <a16:creationId xmlns:a16="http://schemas.microsoft.com/office/drawing/2014/main" id="{8D2245DE-C317-FF60-ABBF-D0CFE4A503FF}"/>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 35">
              <a:extLst>
                <a:ext uri="{FF2B5EF4-FFF2-40B4-BE49-F238E27FC236}">
                  <a16:creationId xmlns:a16="http://schemas.microsoft.com/office/drawing/2014/main" id="{460B9A58-26A4-E15F-753D-DA3847B4651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 36">
              <a:extLst>
                <a:ext uri="{FF2B5EF4-FFF2-40B4-BE49-F238E27FC236}">
                  <a16:creationId xmlns:a16="http://schemas.microsoft.com/office/drawing/2014/main" id="{B965DC43-1BBE-B7DA-93C1-F920AB125B24}"/>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 37">
              <a:extLst>
                <a:ext uri="{FF2B5EF4-FFF2-40B4-BE49-F238E27FC236}">
                  <a16:creationId xmlns:a16="http://schemas.microsoft.com/office/drawing/2014/main" id="{B2B05D8B-37A7-2CDF-5C37-B108920566C8}"/>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9" name="Parallelogram 38">
              <a:extLst>
                <a:ext uri="{FF2B5EF4-FFF2-40B4-BE49-F238E27FC236}">
                  <a16:creationId xmlns:a16="http://schemas.microsoft.com/office/drawing/2014/main" id="{0BA82473-BACD-58B4-E315-83013BECB612}"/>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40" name="Straight Connector 39">
            <a:extLst>
              <a:ext uri="{FF2B5EF4-FFF2-40B4-BE49-F238E27FC236}">
                <a16:creationId xmlns:a16="http://schemas.microsoft.com/office/drawing/2014/main" id="{FAF3E19B-FA9C-5C38-6BCD-CE9C1DB196D3}"/>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B6CEBD1-73E3-AFFD-B18B-C563A5DDFBAB}"/>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98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602" y="831036"/>
            <a:ext cx="11353801" cy="921563"/>
          </a:xfrm>
          <a:prstGeom prst="rect">
            <a:avLst/>
          </a:prstGeom>
          <a:ln>
            <a:noFill/>
          </a:ln>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808412" y="6106705"/>
            <a:ext cx="4572000" cy="276228"/>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dirty="0"/>
              <a:t>Add a footer</a:t>
            </a:r>
          </a:p>
        </p:txBody>
      </p:sp>
      <p:sp>
        <p:nvSpPr>
          <p:cNvPr id="4" name="Date Placeholder 3"/>
          <p:cNvSpPr>
            <a:spLocks noGrp="1"/>
          </p:cNvSpPr>
          <p:nvPr>
            <p:ph type="dt" sz="half" idx="2"/>
          </p:nvPr>
        </p:nvSpPr>
        <p:spPr>
          <a:xfrm>
            <a:off x="531812" y="6124572"/>
            <a:ext cx="1449389" cy="276228"/>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dirty="0"/>
              <a:t>20XX</a:t>
            </a:r>
          </a:p>
        </p:txBody>
      </p:sp>
      <p:sp>
        <p:nvSpPr>
          <p:cNvPr id="6" name="Slide Number Placeholder 5"/>
          <p:cNvSpPr>
            <a:spLocks noGrp="1"/>
          </p:cNvSpPr>
          <p:nvPr>
            <p:ph type="sldNum" sz="quarter" idx="4"/>
          </p:nvPr>
        </p:nvSpPr>
        <p:spPr>
          <a:xfrm>
            <a:off x="10895012" y="6102626"/>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dirty="0"/>
          </a:p>
        </p:txBody>
      </p:sp>
      <p:sp>
        <p:nvSpPr>
          <p:cNvPr id="7" name="Rectangle 6">
            <a:extLst>
              <a:ext uri="{FF2B5EF4-FFF2-40B4-BE49-F238E27FC236}">
                <a16:creationId xmlns:a16="http://schemas.microsoft.com/office/drawing/2014/main" id="{BDA83175-CA5A-51EB-5665-4379FD2F545B}"/>
              </a:ext>
            </a:extLst>
          </p:cNvPr>
          <p:cNvSpPr/>
          <p:nvPr userDrawn="1"/>
        </p:nvSpPr>
        <p:spPr>
          <a:xfrm>
            <a:off x="455612" y="381000"/>
            <a:ext cx="11353800" cy="6096000"/>
          </a:xfrm>
          <a:prstGeom prst="rect">
            <a:avLst/>
          </a:prstGeom>
          <a:noFill/>
          <a:ln w="12700">
            <a:solidFill>
              <a:schemeClr val="accent6"/>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316DF9B1-D7B9-469D-2BDD-030BB373EAFE}"/>
              </a:ext>
            </a:extLst>
          </p:cNvPr>
          <p:cNvCxnSpPr/>
          <p:nvPr userDrawn="1"/>
        </p:nvCxnSpPr>
        <p:spPr>
          <a:xfrm rot="10800000">
            <a:off x="3786878" y="380996"/>
            <a:ext cx="0" cy="45070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C01CEF09-4761-CA93-B67D-687ADAAFDD3B}"/>
              </a:ext>
            </a:extLst>
          </p:cNvPr>
          <p:cNvCxnSpPr/>
          <p:nvPr userDrawn="1"/>
        </p:nvCxnSpPr>
        <p:spPr>
          <a:xfrm>
            <a:off x="3786874"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04" name="Group 203">
            <a:extLst>
              <a:ext uri="{FF2B5EF4-FFF2-40B4-BE49-F238E27FC236}">
                <a16:creationId xmlns:a16="http://schemas.microsoft.com/office/drawing/2014/main" id="{AB09383D-487B-CA4F-D7EB-0FA72D1CC2BE}"/>
              </a:ext>
            </a:extLst>
          </p:cNvPr>
          <p:cNvGrpSpPr/>
          <p:nvPr userDrawn="1"/>
        </p:nvGrpSpPr>
        <p:grpSpPr>
          <a:xfrm>
            <a:off x="8456609" y="380998"/>
            <a:ext cx="3" cy="6095997"/>
            <a:chOff x="8456609" y="380998"/>
            <a:chExt cx="3" cy="6095997"/>
          </a:xfrm>
        </p:grpSpPr>
        <p:cxnSp>
          <p:nvCxnSpPr>
            <p:cNvPr id="205" name="Straight Connector 204">
              <a:extLst>
                <a:ext uri="{FF2B5EF4-FFF2-40B4-BE49-F238E27FC236}">
                  <a16:creationId xmlns:a16="http://schemas.microsoft.com/office/drawing/2014/main" id="{7BD35581-5D47-E665-9BC9-8E2758509788}"/>
                </a:ext>
              </a:extLst>
            </p:cNvPr>
            <p:cNvCxnSpPr/>
            <p:nvPr/>
          </p:nvCxnSpPr>
          <p:spPr>
            <a:xfrm>
              <a:off x="8456612"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14BA1620-B3AA-DF08-2776-8EAA83E86757}"/>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A2D53A42-077B-77BB-0DCD-D9BD1954A428}"/>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C6BAE39-4731-4079-C5E5-5A17D541669C}"/>
              </a:ext>
            </a:extLst>
          </p:cNvPr>
          <p:cNvCxnSpPr/>
          <p:nvPr/>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344209"/>
      </p:ext>
    </p:extLst>
  </p:cSld>
  <p:clrMap bg1="dk1" tx1="lt1" bg2="dk2" tx2="lt2" accent1="accent1" accent2="accent2" accent3="accent3" accent4="accent4" accent5="accent5" accent6="accent6" hlink="hlink" folHlink="folHlink"/>
  <p:sldLayoutIdLst>
    <p:sldLayoutId id="214748367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74" r:id="rId11"/>
    <p:sldLayoutId id="2147483693" r:id="rId12"/>
    <p:sldLayoutId id="214748369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p:titleStyle>
    <p:bodyStyle>
      <a:lvl1pPr marL="228600" indent="-228600" algn="l" defTabSz="914400" rtl="0" eaLnBrk="1" latinLnBrk="0" hangingPunct="1">
        <a:lnSpc>
          <a:spcPct val="90000"/>
        </a:lnSpc>
        <a:spcBef>
          <a:spcPts val="1800"/>
        </a:spcBef>
        <a:spcAft>
          <a:spcPts val="0"/>
        </a:spcAft>
        <a:buClr>
          <a:schemeClr val="tx1"/>
        </a:buClr>
        <a:buSzPct val="100000"/>
        <a:buFont typeface="Arial" pitchFamily="34" charset="0"/>
        <a:buChar char="•"/>
        <a:defRPr sz="1600" kern="1200">
          <a:solidFill>
            <a:schemeClr val="tx1"/>
          </a:solidFill>
          <a:latin typeface="+mn-lt"/>
          <a:ea typeface="+mn-ea"/>
          <a:cs typeface="+mn-cs"/>
        </a:defRPr>
      </a:lvl1pPr>
      <a:lvl2pPr marL="231775" indent="0" algn="l" defTabSz="914400" rtl="0" eaLnBrk="1" latinLnBrk="0" hangingPunct="1">
        <a:lnSpc>
          <a:spcPct val="90000"/>
        </a:lnSpc>
        <a:spcBef>
          <a:spcPts val="1200"/>
        </a:spcBef>
        <a:buClr>
          <a:schemeClr val="tx1"/>
        </a:buClr>
        <a:buSzPct val="100000"/>
        <a:buFont typeface="Arial" pitchFamily="34" charset="0"/>
        <a:buNone/>
        <a:defRPr sz="1600" kern="1200">
          <a:solidFill>
            <a:schemeClr val="tx1"/>
          </a:solidFill>
          <a:latin typeface="+mn-lt"/>
          <a:ea typeface="+mn-ea"/>
          <a:cs typeface="+mn-cs"/>
        </a:defRPr>
      </a:lvl2pPr>
      <a:lvl3pPr marL="4635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3pPr>
      <a:lvl4pPr marL="682625"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4pPr>
      <a:lvl5pPr marL="8572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3904" y="1984248"/>
            <a:ext cx="8001000" cy="2359152"/>
          </a:xfrm>
        </p:spPr>
        <p:txBody>
          <a:bodyPr anchor="ctr">
            <a:normAutofit/>
          </a:bodyPr>
          <a:lstStyle/>
          <a:p>
            <a:r>
              <a:rPr lang="en-US" sz="6000" dirty="0"/>
              <a:t>ZEPTO </a:t>
            </a:r>
            <a:br>
              <a:rPr lang="en-US" sz="6000" dirty="0"/>
            </a:br>
            <a:r>
              <a:rPr lang="en-US" sz="6000" dirty="0"/>
              <a:t>ANALYSIS</a:t>
            </a:r>
          </a:p>
        </p:txBody>
      </p:sp>
      <p:sp>
        <p:nvSpPr>
          <p:cNvPr id="3" name="Subtitle 2"/>
          <p:cNvSpPr>
            <a:spLocks noGrp="1"/>
          </p:cNvSpPr>
          <p:nvPr>
            <p:ph type="subTitle" idx="1"/>
          </p:nvPr>
        </p:nvSpPr>
        <p:spPr>
          <a:xfrm>
            <a:off x="3803904" y="4379976"/>
            <a:ext cx="8001000" cy="1033272"/>
          </a:xfrm>
        </p:spPr>
        <p:txBody>
          <a:bodyPr vert="horz" lIns="91440" tIns="45720" rIns="91440" bIns="45720" rtlCol="0" anchor="t">
            <a:normAutofit/>
          </a:bodyPr>
          <a:lstStyle/>
          <a:p>
            <a:r>
              <a:rPr lang="en-US" sz="2400" b="0" dirty="0">
                <a:ea typeface="+mn-lt"/>
                <a:cs typeface="+mn-lt"/>
              </a:rPr>
              <a:t>Analyzing Business Performance Using Real-World Data with SQL</a:t>
            </a:r>
            <a:endParaRPr lang="en-US" sz="2400"/>
          </a:p>
        </p:txBody>
      </p:sp>
    </p:spTree>
    <p:extLst>
      <p:ext uri="{BB962C8B-B14F-4D97-AF65-F5344CB8AC3E}">
        <p14:creationId xmlns:p14="http://schemas.microsoft.com/office/powerpoint/2010/main" val="263174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07FC9A-2F3F-A8E9-F955-F60A22238D2C}"/>
              </a:ext>
            </a:extLst>
          </p:cNvPr>
          <p:cNvSpPr>
            <a:spLocks noGrp="1"/>
          </p:cNvSpPr>
          <p:nvPr>
            <p:ph type="title"/>
          </p:nvPr>
        </p:nvSpPr>
        <p:spPr>
          <a:xfrm>
            <a:off x="6016752" y="1229933"/>
            <a:ext cx="5788152" cy="2286000"/>
          </a:xfrm>
        </p:spPr>
        <p:txBody>
          <a:bodyPr/>
          <a:lstStyle/>
          <a:p>
            <a:r>
              <a:rPr lang="en-US" dirty="0"/>
              <a:t>About Us</a:t>
            </a:r>
          </a:p>
        </p:txBody>
      </p:sp>
      <p:sp>
        <p:nvSpPr>
          <p:cNvPr id="8" name="Content Placeholder 7">
            <a:extLst>
              <a:ext uri="{FF2B5EF4-FFF2-40B4-BE49-F238E27FC236}">
                <a16:creationId xmlns:a16="http://schemas.microsoft.com/office/drawing/2014/main" id="{A4AE5E64-4E10-844E-5EBF-358DDB7000C1}"/>
              </a:ext>
            </a:extLst>
          </p:cNvPr>
          <p:cNvSpPr>
            <a:spLocks noGrp="1"/>
          </p:cNvSpPr>
          <p:nvPr>
            <p:ph sz="quarter" idx="13"/>
          </p:nvPr>
        </p:nvSpPr>
        <p:spPr>
          <a:xfrm>
            <a:off x="373796" y="798768"/>
            <a:ext cx="5650581" cy="5293602"/>
          </a:xfrm>
        </p:spPr>
        <p:txBody>
          <a:bodyPr>
            <a:normAutofit fontScale="92500"/>
          </a:bodyPr>
          <a:lstStyle/>
          <a:p>
            <a:pPr>
              <a:buClr>
                <a:srgbClr val="FFFFFF"/>
              </a:buClr>
            </a:pPr>
            <a:r>
              <a:rPr lang="en-US" sz="1600" b="1" dirty="0"/>
              <a:t>Stands out in market:-</a:t>
            </a:r>
            <a:r>
              <a:rPr lang="en-US" sz="1400" b="1" dirty="0">
                <a:ea typeface="+mn-lt"/>
                <a:cs typeface="+mn-lt"/>
              </a:rPr>
              <a:t>This project stands out by using real business data and practical SQL queries to generate meaningful insights that can be directly used for decision-making.</a:t>
            </a:r>
            <a:endParaRPr lang="en-US" sz="1400" b="1" dirty="0"/>
          </a:p>
          <a:p>
            <a:r>
              <a:rPr lang="en-US" sz="1600" b="1" dirty="0"/>
              <a:t>Innovative features:-</a:t>
            </a:r>
            <a:r>
              <a:rPr lang="en-US" sz="1400" b="1" dirty="0">
                <a:ea typeface="+mn-lt"/>
                <a:cs typeface="+mn-lt"/>
              </a:rPr>
              <a:t>The project applies advanced SQL concepts like joins, subqueries, window functions, and aggregations to analyze data efficiently and uncover hidden patterns.</a:t>
            </a:r>
            <a:endParaRPr lang="en-US" sz="1400" b="1" dirty="0"/>
          </a:p>
          <a:p>
            <a:r>
              <a:rPr lang="en-US" sz="1600" b="1" dirty="0"/>
              <a:t>Provides unique solution:-</a:t>
            </a:r>
            <a:r>
              <a:rPr lang="en-US" b="1" dirty="0">
                <a:ea typeface="+mn-lt"/>
                <a:cs typeface="+mn-lt"/>
              </a:rPr>
              <a:t>I</a:t>
            </a:r>
            <a:r>
              <a:rPr lang="en-US" sz="1400" b="1" dirty="0">
                <a:ea typeface="+mn-lt"/>
                <a:cs typeface="+mn-lt"/>
              </a:rPr>
              <a:t>nstead of just storing data, this project focuses on converting raw data into actionable insights that help improve sales, customer understanding, and delivery performance.</a:t>
            </a:r>
            <a:endParaRPr lang="en-US" sz="1400" b="1" dirty="0"/>
          </a:p>
          <a:p>
            <a:r>
              <a:rPr lang="en-US" sz="1600" b="1" dirty="0"/>
              <a:t>Edge over competitors:-</a:t>
            </a:r>
            <a:r>
              <a:rPr lang="en-US" sz="1400" b="1" dirty="0">
                <a:ea typeface="+mn-lt"/>
                <a:cs typeface="+mn-lt"/>
              </a:rPr>
              <a:t>By combining multiple datasets and performing deep analysis, the project offers more detailed and accurate insights compared to basic reporting methods.</a:t>
            </a:r>
            <a:endParaRPr lang="en-US" sz="1400" b="1" dirty="0"/>
          </a:p>
          <a:p>
            <a:r>
              <a:rPr lang="en-US" sz="1600" b="1" dirty="0"/>
              <a:t>User-focused design</a:t>
            </a:r>
            <a:r>
              <a:rPr lang="en-US" sz="1400" b="1" dirty="0"/>
              <a:t>:-</a:t>
            </a:r>
            <a:r>
              <a:rPr lang="en-US" sz="1400" b="1" dirty="0">
                <a:ea typeface="+mn-lt"/>
                <a:cs typeface="+mn-lt"/>
              </a:rPr>
              <a:t>The analysis is structured in a clear and logical way, making it easy for users to understand results and apply insights without technical complexity.</a:t>
            </a:r>
            <a:endParaRPr lang="en-US" sz="1400" b="1" dirty="0"/>
          </a:p>
          <a:p>
            <a:r>
              <a:rPr lang="en-US" sz="1600" b="1" dirty="0"/>
              <a:t>Prioritizes user experience</a:t>
            </a:r>
            <a:r>
              <a:rPr lang="en-US" sz="1400" b="1" dirty="0"/>
              <a:t>:-</a:t>
            </a:r>
            <a:r>
              <a:rPr lang="en-US" sz="1400" b="1" dirty="0">
                <a:ea typeface="+mn-lt"/>
                <a:cs typeface="+mn-lt"/>
              </a:rPr>
              <a:t>The outputs are designed to be simple, readable, and business-friendly, ensuring that stakeholders can quickly understand findings and make informed decisions.</a:t>
            </a:r>
            <a:endParaRPr lang="en-US" sz="1400" b="1" dirty="0"/>
          </a:p>
        </p:txBody>
      </p:sp>
      <p:sp>
        <p:nvSpPr>
          <p:cNvPr id="2" name="Slide Number Placeholder 1">
            <a:extLst>
              <a:ext uri="{FF2B5EF4-FFF2-40B4-BE49-F238E27FC236}">
                <a16:creationId xmlns:a16="http://schemas.microsoft.com/office/drawing/2014/main" id="{53267850-CC18-9110-9D9D-23795370D2D3}"/>
              </a:ext>
            </a:extLst>
          </p:cNvPr>
          <p:cNvSpPr>
            <a:spLocks noGrp="1"/>
          </p:cNvSpPr>
          <p:nvPr>
            <p:ph type="sldNum" sz="quarter" idx="12"/>
          </p:nvPr>
        </p:nvSpPr>
        <p:spPr/>
        <p:txBody>
          <a:bodyPr/>
          <a:lstStyle/>
          <a:p>
            <a:fld id="{2A013F82-EE5E-44EE-A61D-E31C6657F26F}" type="slidenum">
              <a:rPr lang="en-US" smtClean="0"/>
              <a:pPr/>
              <a:t>2</a:t>
            </a:fld>
            <a:endParaRPr lang="en-US" dirty="0"/>
          </a:p>
        </p:txBody>
      </p:sp>
    </p:spTree>
    <p:extLst>
      <p:ext uri="{BB962C8B-B14F-4D97-AF65-F5344CB8AC3E}">
        <p14:creationId xmlns:p14="http://schemas.microsoft.com/office/powerpoint/2010/main" val="354729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F8FCFCB-93C4-A34B-D650-ADFFB8C3EB8A}"/>
              </a:ext>
            </a:extLst>
          </p:cNvPr>
          <p:cNvSpPr>
            <a:spLocks noGrp="1"/>
          </p:cNvSpPr>
          <p:nvPr>
            <p:ph type="title"/>
          </p:nvPr>
        </p:nvSpPr>
        <p:spPr>
          <a:xfrm>
            <a:off x="455602" y="1170816"/>
            <a:ext cx="8010144" cy="1673352"/>
          </a:xfrm>
        </p:spPr>
        <p:txBody>
          <a:bodyPr/>
          <a:lstStyle/>
          <a:p>
            <a:r>
              <a:rPr lang="en-US" dirty="0"/>
              <a:t>Product overview</a:t>
            </a:r>
          </a:p>
        </p:txBody>
      </p:sp>
      <p:sp>
        <p:nvSpPr>
          <p:cNvPr id="13" name="Content Placeholder 12">
            <a:extLst>
              <a:ext uri="{FF2B5EF4-FFF2-40B4-BE49-F238E27FC236}">
                <a16:creationId xmlns:a16="http://schemas.microsoft.com/office/drawing/2014/main" id="{C7DFB310-ECD8-C9D0-4AAF-C5B168970611}"/>
              </a:ext>
            </a:extLst>
          </p:cNvPr>
          <p:cNvSpPr>
            <a:spLocks noGrp="1"/>
          </p:cNvSpPr>
          <p:nvPr>
            <p:ph sz="quarter" idx="13"/>
          </p:nvPr>
        </p:nvSpPr>
        <p:spPr>
          <a:xfrm>
            <a:off x="997142" y="2852416"/>
            <a:ext cx="6931152" cy="2231136"/>
          </a:xfrm>
          <a:ln>
            <a:solidFill>
              <a:srgbClr val="FFFF00"/>
            </a:solidFill>
          </a:ln>
        </p:spPr>
        <p:txBody>
          <a:bodyPr/>
          <a:lstStyle/>
          <a:p>
            <a:r>
              <a:rPr lang="en-US" b="1" dirty="0">
                <a:ea typeface="+mn-lt"/>
                <a:cs typeface="+mn-lt"/>
              </a:rPr>
              <a:t>The products in this project represent items sold by the company across different categories. By analyzing product sales, pricing, and demand, we identify which products perform well, which need improvement, and how product performance impacts overall revenue.</a:t>
            </a:r>
            <a:endParaRPr lang="en-US" b="1" dirty="0"/>
          </a:p>
          <a:p>
            <a:endParaRPr lang="en-US" dirty="0"/>
          </a:p>
        </p:txBody>
      </p:sp>
      <p:sp>
        <p:nvSpPr>
          <p:cNvPr id="2" name="Slide Number Placeholder 1">
            <a:extLst>
              <a:ext uri="{FF2B5EF4-FFF2-40B4-BE49-F238E27FC236}">
                <a16:creationId xmlns:a16="http://schemas.microsoft.com/office/drawing/2014/main" id="{668D17B5-4366-177D-7B14-8FF91A259B47}"/>
              </a:ext>
            </a:extLst>
          </p:cNvPr>
          <p:cNvSpPr>
            <a:spLocks noGrp="1"/>
          </p:cNvSpPr>
          <p:nvPr>
            <p:ph type="sldNum" sz="quarter" idx="12"/>
          </p:nvPr>
        </p:nvSpPr>
        <p:spPr/>
        <p:txBody>
          <a:bodyPr/>
          <a:lstStyle/>
          <a:p>
            <a:fld id="{2A013F82-EE5E-44EE-A61D-E31C6657F26F}" type="slidenum">
              <a:rPr lang="en-US" smtClean="0"/>
              <a:pPr/>
              <a:t>3</a:t>
            </a:fld>
            <a:endParaRPr lang="en-US" dirty="0"/>
          </a:p>
        </p:txBody>
      </p:sp>
    </p:spTree>
    <p:extLst>
      <p:ext uri="{BB962C8B-B14F-4D97-AF65-F5344CB8AC3E}">
        <p14:creationId xmlns:p14="http://schemas.microsoft.com/office/powerpoint/2010/main" val="228222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56ACD720-5015-228A-2BFF-0FD5FA78192D}"/>
              </a:ext>
            </a:extLst>
          </p:cNvPr>
          <p:cNvSpPr>
            <a:spLocks noGrp="1"/>
          </p:cNvSpPr>
          <p:nvPr>
            <p:ph type="title"/>
          </p:nvPr>
        </p:nvSpPr>
        <p:spPr/>
        <p:txBody>
          <a:bodyPr/>
          <a:lstStyle/>
          <a:p>
            <a:r>
              <a:rPr lang="en-US" dirty="0"/>
              <a:t>DATASET </a:t>
            </a:r>
            <a:br>
              <a:rPr lang="en-US" dirty="0"/>
            </a:br>
            <a:r>
              <a:rPr lang="en-US" dirty="0"/>
              <a:t>OVERVIEW</a:t>
            </a:r>
          </a:p>
        </p:txBody>
      </p:sp>
      <p:sp>
        <p:nvSpPr>
          <p:cNvPr id="28" name="Content Placeholder 27">
            <a:extLst>
              <a:ext uri="{FF2B5EF4-FFF2-40B4-BE49-F238E27FC236}">
                <a16:creationId xmlns:a16="http://schemas.microsoft.com/office/drawing/2014/main" id="{93E9497C-B706-7D4B-B850-9EE7948699D0}"/>
              </a:ext>
            </a:extLst>
          </p:cNvPr>
          <p:cNvSpPr>
            <a:spLocks noGrp="1"/>
          </p:cNvSpPr>
          <p:nvPr>
            <p:ph sz="quarter" idx="13"/>
          </p:nvPr>
        </p:nvSpPr>
        <p:spPr>
          <a:xfrm>
            <a:off x="987552" y="1211206"/>
            <a:ext cx="4845026" cy="5168911"/>
          </a:xfrm>
        </p:spPr>
        <p:txBody>
          <a:bodyPr>
            <a:normAutofit/>
          </a:bodyPr>
          <a:lstStyle/>
          <a:p>
            <a:pPr>
              <a:buNone/>
            </a:pPr>
            <a:endParaRPr lang="en-US" sz="1200" dirty="0">
              <a:solidFill>
                <a:srgbClr val="1F2328"/>
              </a:solidFill>
              <a:highlight>
                <a:srgbClr val="0000FF"/>
              </a:highlight>
            </a:endParaRPr>
          </a:p>
          <a:p>
            <a:pPr>
              <a:buNone/>
            </a:pPr>
            <a:endParaRPr lang="en-US" sz="1200" dirty="0">
              <a:solidFill>
                <a:srgbClr val="1F2328"/>
              </a:solidFill>
              <a:highlight>
                <a:srgbClr val="0000FF"/>
              </a:highlight>
            </a:endParaRPr>
          </a:p>
          <a:p>
            <a:pPr>
              <a:buNone/>
            </a:pPr>
            <a:endParaRPr lang="en-US" sz="1200" dirty="0">
              <a:solidFill>
                <a:srgbClr val="1F2328"/>
              </a:solidFill>
              <a:highlight>
                <a:srgbClr val="FFFFFF"/>
              </a:highlight>
            </a:endParaRPr>
          </a:p>
        </p:txBody>
      </p:sp>
      <p:sp>
        <p:nvSpPr>
          <p:cNvPr id="2" name="Slide Number Placeholder 1">
            <a:extLst>
              <a:ext uri="{FF2B5EF4-FFF2-40B4-BE49-F238E27FC236}">
                <a16:creationId xmlns:a16="http://schemas.microsoft.com/office/drawing/2014/main" id="{B0267D56-A7FC-87CC-3F7B-61E69A7BEF34}"/>
              </a:ext>
            </a:extLst>
          </p:cNvPr>
          <p:cNvSpPr>
            <a:spLocks noGrp="1"/>
          </p:cNvSpPr>
          <p:nvPr>
            <p:ph type="sldNum" sz="quarter" idx="12"/>
          </p:nvPr>
        </p:nvSpPr>
        <p:spPr/>
        <p:txBody>
          <a:bodyPr/>
          <a:lstStyle/>
          <a:p>
            <a:fld id="{2A013F82-EE5E-44EE-A61D-E31C6657F26F}" type="slidenum">
              <a:rPr lang="en-US" smtClean="0"/>
              <a:pPr/>
              <a:t>4</a:t>
            </a:fld>
            <a:endParaRPr lang="en-US" dirty="0"/>
          </a:p>
        </p:txBody>
      </p:sp>
      <p:sp>
        <p:nvSpPr>
          <p:cNvPr id="3" name="TextBox 2">
            <a:extLst>
              <a:ext uri="{FF2B5EF4-FFF2-40B4-BE49-F238E27FC236}">
                <a16:creationId xmlns:a16="http://schemas.microsoft.com/office/drawing/2014/main" id="{570F48CA-C5AC-08C6-C3D6-B2A5CE348D50}"/>
              </a:ext>
            </a:extLst>
          </p:cNvPr>
          <p:cNvSpPr txBox="1"/>
          <p:nvPr/>
        </p:nvSpPr>
        <p:spPr>
          <a:xfrm>
            <a:off x="487316" y="475544"/>
            <a:ext cx="5533508" cy="5632311"/>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b="1" dirty="0">
                <a:solidFill>
                  <a:srgbClr val="1F2328"/>
                </a:solidFill>
                <a:highlight>
                  <a:srgbClr val="FFFFFF"/>
                </a:highlight>
              </a:rPr>
              <a:t>📁 Dataset Overview:-</a:t>
            </a:r>
            <a:endParaRPr lang="en-US" dirty="0"/>
          </a:p>
          <a:p>
            <a:br>
              <a:rPr lang="en-US" sz="1400" b="1" dirty="0">
                <a:ea typeface="+mn-lt"/>
                <a:cs typeface="+mn-lt"/>
              </a:rPr>
            </a:br>
            <a:r>
              <a:rPr lang="en-US" sz="1600" b="1" dirty="0">
                <a:ea typeface="+mn-lt"/>
                <a:cs typeface="+mn-lt"/>
              </a:rPr>
              <a:t>The dataset was sourced from Kaggle and is based on </a:t>
            </a:r>
            <a:r>
              <a:rPr lang="en-US" sz="1600" b="1" err="1">
                <a:ea typeface="+mn-lt"/>
                <a:cs typeface="+mn-lt"/>
              </a:rPr>
              <a:t>Zepto’s</a:t>
            </a:r>
            <a:r>
              <a:rPr lang="en-US" sz="1600" b="1" dirty="0">
                <a:ea typeface="+mn-lt"/>
                <a:cs typeface="+mn-lt"/>
              </a:rPr>
              <a:t> real product listings, closely representing a real-world e-commerce inventory system.</a:t>
            </a:r>
            <a:endParaRPr lang="en-US" sz="1600" b="1"/>
          </a:p>
          <a:p>
            <a:r>
              <a:rPr lang="en-US" sz="1600" b="1" dirty="0">
                <a:ea typeface="+mn-lt"/>
                <a:cs typeface="+mn-lt"/>
              </a:rPr>
              <a:t>Each row represents a unique SKU. Duplicate product names appear due to variations in size, weight, pricing, discounts, or categories, which is common in actual online product catalogs.</a:t>
            </a:r>
            <a:endParaRPr lang="en-US" sz="1600" b="1"/>
          </a:p>
          <a:p>
            <a:r>
              <a:rPr lang="en-US" b="1" dirty="0">
                <a:ea typeface="+mn-lt"/>
                <a:cs typeface="+mn-lt"/>
              </a:rPr>
              <a:t>Columns include:</a:t>
            </a:r>
            <a:endParaRPr lang="en-US" b="1"/>
          </a:p>
          <a:p>
            <a:pPr marL="285750" indent="-285750">
              <a:buFont typeface="Arial"/>
              <a:buChar char="•"/>
            </a:pPr>
            <a:r>
              <a:rPr lang="en-US" b="1" dirty="0" err="1">
                <a:ea typeface="+mn-lt"/>
                <a:cs typeface="+mn-lt"/>
              </a:rPr>
              <a:t>sku_id</a:t>
            </a:r>
            <a:r>
              <a:rPr lang="en-US" b="1" dirty="0">
                <a:ea typeface="+mn-lt"/>
                <a:cs typeface="+mn-lt"/>
              </a:rPr>
              <a:t> – Unique product identifier</a:t>
            </a:r>
            <a:endParaRPr lang="en-US" b="1"/>
          </a:p>
          <a:p>
            <a:pPr marL="285750" indent="-285750">
              <a:buFont typeface="Arial"/>
              <a:buChar char="•"/>
            </a:pPr>
            <a:r>
              <a:rPr lang="en-US" b="1" dirty="0">
                <a:ea typeface="+mn-lt"/>
                <a:cs typeface="+mn-lt"/>
              </a:rPr>
              <a:t>name – Product name</a:t>
            </a:r>
            <a:endParaRPr lang="en-US" b="1"/>
          </a:p>
          <a:p>
            <a:pPr marL="285750" indent="-285750">
              <a:buFont typeface="Arial"/>
              <a:buChar char="•"/>
            </a:pPr>
            <a:r>
              <a:rPr lang="en-US" b="1" dirty="0">
                <a:ea typeface="+mn-lt"/>
                <a:cs typeface="+mn-lt"/>
              </a:rPr>
              <a:t>category – Product category</a:t>
            </a:r>
            <a:endParaRPr lang="en-US" b="1"/>
          </a:p>
          <a:p>
            <a:pPr marL="285750" indent="-285750">
              <a:buFont typeface="Arial"/>
              <a:buChar char="•"/>
            </a:pPr>
            <a:r>
              <a:rPr lang="en-US" b="1" dirty="0" err="1">
                <a:ea typeface="+mn-lt"/>
                <a:cs typeface="+mn-lt"/>
              </a:rPr>
              <a:t>mrp</a:t>
            </a:r>
            <a:r>
              <a:rPr lang="en-US" b="1" dirty="0">
                <a:ea typeface="+mn-lt"/>
                <a:cs typeface="+mn-lt"/>
              </a:rPr>
              <a:t> – Maximum Retail Price (₹)</a:t>
            </a:r>
            <a:endParaRPr lang="en-US" b="1"/>
          </a:p>
          <a:p>
            <a:pPr marL="285750" indent="-285750">
              <a:buFont typeface="Arial"/>
              <a:buChar char="•"/>
            </a:pPr>
            <a:r>
              <a:rPr lang="en-US" b="1" dirty="0" err="1">
                <a:ea typeface="+mn-lt"/>
                <a:cs typeface="+mn-lt"/>
              </a:rPr>
              <a:t>discountPercent</a:t>
            </a:r>
            <a:r>
              <a:rPr lang="en-US" b="1" dirty="0">
                <a:ea typeface="+mn-lt"/>
                <a:cs typeface="+mn-lt"/>
              </a:rPr>
              <a:t> – Discount on MRP</a:t>
            </a:r>
            <a:endParaRPr lang="en-US" b="1"/>
          </a:p>
          <a:p>
            <a:pPr marL="285750" indent="-285750">
              <a:buFont typeface="Arial"/>
              <a:buChar char="•"/>
            </a:pPr>
            <a:r>
              <a:rPr lang="en-US" b="1" dirty="0" err="1">
                <a:ea typeface="+mn-lt"/>
                <a:cs typeface="+mn-lt"/>
              </a:rPr>
              <a:t>discountedSellingPrice</a:t>
            </a:r>
            <a:r>
              <a:rPr lang="en-US" b="1" dirty="0">
                <a:ea typeface="+mn-lt"/>
                <a:cs typeface="+mn-lt"/>
              </a:rPr>
              <a:t> – Final selling price (₹)</a:t>
            </a:r>
            <a:endParaRPr lang="en-US" b="1"/>
          </a:p>
          <a:p>
            <a:pPr marL="285750" indent="-285750">
              <a:buFont typeface="Arial"/>
              <a:buChar char="•"/>
            </a:pPr>
            <a:r>
              <a:rPr lang="en-US" b="1" dirty="0" err="1">
                <a:ea typeface="+mn-lt"/>
                <a:cs typeface="+mn-lt"/>
              </a:rPr>
              <a:t>availableQuantity</a:t>
            </a:r>
            <a:r>
              <a:rPr lang="en-US" b="1" dirty="0">
                <a:ea typeface="+mn-lt"/>
                <a:cs typeface="+mn-lt"/>
              </a:rPr>
              <a:t> – Inventory stock level</a:t>
            </a:r>
            <a:endParaRPr lang="en-US" b="1"/>
          </a:p>
          <a:p>
            <a:pPr marL="285750" indent="-285750">
              <a:buFont typeface="Arial"/>
              <a:buChar char="•"/>
            </a:pPr>
            <a:r>
              <a:rPr lang="en-US" b="1" dirty="0" err="1">
                <a:ea typeface="+mn-lt"/>
                <a:cs typeface="+mn-lt"/>
              </a:rPr>
              <a:t>weightInGms</a:t>
            </a:r>
            <a:r>
              <a:rPr lang="en-US" b="1" dirty="0">
                <a:ea typeface="+mn-lt"/>
                <a:cs typeface="+mn-lt"/>
              </a:rPr>
              <a:t> – Product weight in grams</a:t>
            </a:r>
            <a:endParaRPr lang="en-US" b="1"/>
          </a:p>
          <a:p>
            <a:pPr marL="285750" indent="-285750">
              <a:buFont typeface="Arial"/>
              <a:buChar char="•"/>
            </a:pPr>
            <a:r>
              <a:rPr lang="en-US" b="1" dirty="0" err="1">
                <a:ea typeface="+mn-lt"/>
                <a:cs typeface="+mn-lt"/>
              </a:rPr>
              <a:t>outOfStock</a:t>
            </a:r>
            <a:r>
              <a:rPr lang="en-US" b="1" dirty="0">
                <a:ea typeface="+mn-lt"/>
                <a:cs typeface="+mn-lt"/>
              </a:rPr>
              <a:t> – Stock availability flag</a:t>
            </a:r>
            <a:endParaRPr lang="en-US" b="1"/>
          </a:p>
          <a:p>
            <a:pPr marL="285750" indent="-285750">
              <a:buFont typeface="Arial"/>
              <a:buChar char="•"/>
            </a:pPr>
            <a:r>
              <a:rPr lang="en-US" b="1" dirty="0">
                <a:ea typeface="+mn-lt"/>
                <a:cs typeface="+mn-lt"/>
              </a:rPr>
              <a:t>quantity – Units per package</a:t>
            </a:r>
            <a:endParaRPr lang="en-US" b="1" dirty="0"/>
          </a:p>
          <a:p>
            <a:pPr algn="l"/>
            <a:endParaRPr lang="en-US" dirty="0"/>
          </a:p>
        </p:txBody>
      </p:sp>
    </p:spTree>
    <p:extLst>
      <p:ext uri="{BB962C8B-B14F-4D97-AF65-F5344CB8AC3E}">
        <p14:creationId xmlns:p14="http://schemas.microsoft.com/office/powerpoint/2010/main" val="371885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0BD0F-B15A-A130-FEB7-A623824FA0CD}"/>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FFBB1A56-F3BE-FADC-EA08-45279BF8A0DD}"/>
              </a:ext>
            </a:extLst>
          </p:cNvPr>
          <p:cNvSpPr>
            <a:spLocks noGrp="1"/>
          </p:cNvSpPr>
          <p:nvPr>
            <p:ph type="title"/>
          </p:nvPr>
        </p:nvSpPr>
        <p:spPr/>
        <p:txBody>
          <a:bodyPr/>
          <a:lstStyle/>
          <a:p>
            <a:r>
              <a:rPr lang="en-US" dirty="0"/>
              <a:t>BUSINESS INSIGHT</a:t>
            </a:r>
          </a:p>
        </p:txBody>
      </p:sp>
      <p:sp>
        <p:nvSpPr>
          <p:cNvPr id="28" name="Content Placeholder 27">
            <a:extLst>
              <a:ext uri="{FF2B5EF4-FFF2-40B4-BE49-F238E27FC236}">
                <a16:creationId xmlns:a16="http://schemas.microsoft.com/office/drawing/2014/main" id="{B4EA9E96-C981-DB4D-E6C6-2ADC9033F4D5}"/>
              </a:ext>
            </a:extLst>
          </p:cNvPr>
          <p:cNvSpPr>
            <a:spLocks noGrp="1"/>
          </p:cNvSpPr>
          <p:nvPr>
            <p:ph sz="quarter" idx="13"/>
          </p:nvPr>
        </p:nvSpPr>
        <p:spPr>
          <a:xfrm>
            <a:off x="832478" y="838826"/>
            <a:ext cx="4845026" cy="5168911"/>
          </a:xfrm>
        </p:spPr>
        <p:txBody>
          <a:bodyPr>
            <a:normAutofit/>
          </a:bodyPr>
          <a:lstStyle/>
          <a:p>
            <a:pPr>
              <a:buNone/>
            </a:pPr>
            <a:endParaRPr lang="en-US" sz="1200" dirty="0">
              <a:solidFill>
                <a:srgbClr val="1F2328"/>
              </a:solidFill>
              <a:highlight>
                <a:srgbClr val="0000FF"/>
              </a:highlight>
            </a:endParaRPr>
          </a:p>
          <a:p>
            <a:pPr>
              <a:buNone/>
            </a:pPr>
            <a:endParaRPr lang="en-US" sz="1200" dirty="0">
              <a:solidFill>
                <a:srgbClr val="1F2328"/>
              </a:solidFill>
              <a:highlight>
                <a:srgbClr val="0000FF"/>
              </a:highlight>
            </a:endParaRPr>
          </a:p>
          <a:p>
            <a:pPr>
              <a:buNone/>
            </a:pPr>
            <a:endParaRPr lang="en-US" sz="1200" dirty="0">
              <a:solidFill>
                <a:srgbClr val="1F2328"/>
              </a:solidFill>
              <a:highlight>
                <a:srgbClr val="FFFFFF"/>
              </a:highlight>
            </a:endParaRPr>
          </a:p>
        </p:txBody>
      </p:sp>
      <p:sp>
        <p:nvSpPr>
          <p:cNvPr id="2" name="Slide Number Placeholder 1">
            <a:extLst>
              <a:ext uri="{FF2B5EF4-FFF2-40B4-BE49-F238E27FC236}">
                <a16:creationId xmlns:a16="http://schemas.microsoft.com/office/drawing/2014/main" id="{D4FB8B40-A5DA-A19E-7AE2-A5231B086200}"/>
              </a:ext>
            </a:extLst>
          </p:cNvPr>
          <p:cNvSpPr>
            <a:spLocks noGrp="1"/>
          </p:cNvSpPr>
          <p:nvPr>
            <p:ph type="sldNum" sz="quarter" idx="12"/>
          </p:nvPr>
        </p:nvSpPr>
        <p:spPr/>
        <p:txBody>
          <a:bodyPr/>
          <a:lstStyle/>
          <a:p>
            <a:fld id="{2A013F82-EE5E-44EE-A61D-E31C6657F26F}" type="slidenum">
              <a:rPr lang="en-US" smtClean="0"/>
              <a:pPr/>
              <a:t>5</a:t>
            </a:fld>
            <a:endParaRPr lang="en-US" dirty="0"/>
          </a:p>
        </p:txBody>
      </p:sp>
      <p:sp>
        <p:nvSpPr>
          <p:cNvPr id="3" name="TextBox 2">
            <a:extLst>
              <a:ext uri="{FF2B5EF4-FFF2-40B4-BE49-F238E27FC236}">
                <a16:creationId xmlns:a16="http://schemas.microsoft.com/office/drawing/2014/main" id="{7E64D9C4-00A8-E450-5D8F-A5C377BB54CC}"/>
              </a:ext>
            </a:extLst>
          </p:cNvPr>
          <p:cNvSpPr txBox="1"/>
          <p:nvPr/>
        </p:nvSpPr>
        <p:spPr>
          <a:xfrm>
            <a:off x="487316" y="-520956"/>
            <a:ext cx="5605875" cy="7294305"/>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endParaRPr lang="en-US" dirty="0">
              <a:solidFill>
                <a:srgbClr val="1F2328"/>
              </a:solidFill>
              <a:highlight>
                <a:srgbClr val="FFFFFF"/>
              </a:highlight>
            </a:endParaRPr>
          </a:p>
          <a:p>
            <a:endParaRPr lang="en-US" b="1" dirty="0">
              <a:solidFill>
                <a:srgbClr val="1F2328"/>
              </a:solidFill>
              <a:highlight>
                <a:srgbClr val="FFFFFF"/>
              </a:highlight>
            </a:endParaRPr>
          </a:p>
          <a:p>
            <a:endParaRPr lang="en-US" dirty="0">
              <a:solidFill>
                <a:srgbClr val="1F1F1F"/>
              </a:solidFill>
            </a:endParaRPr>
          </a:p>
          <a:p>
            <a:br>
              <a:rPr lang="en-US" dirty="0"/>
            </a:br>
            <a:endParaRPr lang="en-US" dirty="0"/>
          </a:p>
          <a:p>
            <a:endParaRPr lang="en-US" dirty="0">
              <a:solidFill>
                <a:srgbClr val="1F1F1F"/>
              </a:solidFill>
            </a:endParaRPr>
          </a:p>
          <a:p>
            <a:r>
              <a:rPr lang="en-US" b="1" dirty="0">
                <a:ea typeface="+mn-lt"/>
                <a:cs typeface="+mn-lt"/>
              </a:rPr>
              <a:t>1.Found top 10 best-value products based on discount percentage</a:t>
            </a:r>
            <a:endParaRPr lang="en-US" b="1"/>
          </a:p>
          <a:p>
            <a:r>
              <a:rPr lang="en-US" b="1" dirty="0">
                <a:ea typeface="+mn-lt"/>
                <a:cs typeface="+mn-lt"/>
              </a:rPr>
              <a:t>2.Identified high-MRP products that are currently out of stock</a:t>
            </a:r>
            <a:endParaRPr lang="en-US" b="1"/>
          </a:p>
          <a:p>
            <a:r>
              <a:rPr lang="en-US" b="1" dirty="0">
                <a:ea typeface="+mn-lt"/>
                <a:cs typeface="+mn-lt"/>
              </a:rPr>
              <a:t>3.Estimated potential revenue for each product category</a:t>
            </a:r>
            <a:endParaRPr lang="en-US" b="1"/>
          </a:p>
          <a:p>
            <a:r>
              <a:rPr lang="en-US" b="1" dirty="0">
                <a:ea typeface="+mn-lt"/>
                <a:cs typeface="+mn-lt"/>
              </a:rPr>
              <a:t>4.Filtered expensive products (MRP &gt; ₹500) with minimal discount</a:t>
            </a:r>
            <a:endParaRPr lang="en-US" b="1"/>
          </a:p>
          <a:p>
            <a:r>
              <a:rPr lang="en-US" b="1" dirty="0">
                <a:ea typeface="+mn-lt"/>
                <a:cs typeface="+mn-lt"/>
              </a:rPr>
              <a:t>5.Ranked top 5 categories offering highest average discounts</a:t>
            </a:r>
            <a:endParaRPr lang="en-US" b="1"/>
          </a:p>
          <a:p>
            <a:r>
              <a:rPr lang="en-US" b="1" dirty="0">
                <a:ea typeface="+mn-lt"/>
                <a:cs typeface="+mn-lt"/>
              </a:rPr>
              <a:t>6.Calculated price per gram to identify value-for-money products</a:t>
            </a:r>
            <a:endParaRPr lang="en-US" b="1"/>
          </a:p>
          <a:p>
            <a:r>
              <a:rPr lang="en-US" b="1" dirty="0">
                <a:ea typeface="+mn-lt"/>
                <a:cs typeface="+mn-lt"/>
              </a:rPr>
              <a:t>7.Grouped products based on weight into Low, Medium, and Bulk categories</a:t>
            </a:r>
            <a:endParaRPr lang="en-US" b="1"/>
          </a:p>
          <a:p>
            <a:r>
              <a:rPr lang="en-US" b="1" dirty="0">
                <a:ea typeface="+mn-lt"/>
                <a:cs typeface="+mn-lt"/>
              </a:rPr>
              <a:t>8.Measured total inventory weight per product category</a:t>
            </a:r>
            <a:endParaRPr lang="en-US" b="1"/>
          </a:p>
          <a:p>
            <a:br>
              <a:rPr lang="en-US" dirty="0"/>
            </a:br>
            <a:endParaRPr lang="en-US" dirty="0"/>
          </a:p>
          <a:p>
            <a:endParaRPr lang="en-US" dirty="0">
              <a:solidFill>
                <a:srgbClr val="1F1F1F"/>
              </a:solidFill>
            </a:endParaRPr>
          </a:p>
          <a:p>
            <a:pPr algn="l"/>
            <a:endParaRPr lang="en-US" dirty="0"/>
          </a:p>
        </p:txBody>
      </p:sp>
    </p:spTree>
    <p:extLst>
      <p:ext uri="{BB962C8B-B14F-4D97-AF65-F5344CB8AC3E}">
        <p14:creationId xmlns:p14="http://schemas.microsoft.com/office/powerpoint/2010/main" val="40689877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8B656394-28CD-07EB-472E-6BB6010ADB48}"/>
              </a:ext>
            </a:extLst>
          </p:cNvPr>
          <p:cNvSpPr>
            <a:spLocks noGrp="1"/>
          </p:cNvSpPr>
          <p:nvPr>
            <p:ph type="title"/>
          </p:nvPr>
        </p:nvSpPr>
        <p:spPr>
          <a:xfrm>
            <a:off x="457200" y="3324415"/>
            <a:ext cx="5768138" cy="2286000"/>
          </a:xfrm>
        </p:spPr>
        <p:txBody>
          <a:bodyPr/>
          <a:lstStyle/>
          <a:p>
            <a:r>
              <a:rPr lang="en-US" sz="1800" dirty="0">
                <a:solidFill>
                  <a:srgbClr val="F4997C"/>
                </a:solidFill>
              </a:rPr>
              <a:t>1.Found top 10 best-value products based on discount percentage</a:t>
            </a:r>
            <a:endParaRPr lang="en-US" dirty="0">
              <a:solidFill>
                <a:srgbClr val="F4997C"/>
              </a:solidFill>
            </a:endParaRPr>
          </a:p>
        </p:txBody>
      </p:sp>
      <p:sp>
        <p:nvSpPr>
          <p:cNvPr id="2" name="Slide Number Placeholder 1">
            <a:extLst>
              <a:ext uri="{FF2B5EF4-FFF2-40B4-BE49-F238E27FC236}">
                <a16:creationId xmlns:a16="http://schemas.microsoft.com/office/drawing/2014/main" id="{B77897C4-19E2-DF97-626D-4033C7D29E2F}"/>
              </a:ext>
            </a:extLst>
          </p:cNvPr>
          <p:cNvSpPr>
            <a:spLocks noGrp="1"/>
          </p:cNvSpPr>
          <p:nvPr>
            <p:ph type="sldNum" sz="quarter" idx="12"/>
          </p:nvPr>
        </p:nvSpPr>
        <p:spPr/>
        <p:txBody>
          <a:bodyPr/>
          <a:lstStyle/>
          <a:p>
            <a:fld id="{2A013F82-EE5E-44EE-A61D-E31C6657F26F}" type="slidenum">
              <a:rPr lang="en-US" smtClean="0"/>
              <a:pPr/>
              <a:t>6</a:t>
            </a:fld>
            <a:endParaRPr lang="en-US" dirty="0"/>
          </a:p>
        </p:txBody>
      </p:sp>
      <p:pic>
        <p:nvPicPr>
          <p:cNvPr id="7" name="Content Placeholder 6" descr="A screenshot of a menu&#10;&#10;AI-generated content may be incorrect.">
            <a:extLst>
              <a:ext uri="{FF2B5EF4-FFF2-40B4-BE49-F238E27FC236}">
                <a16:creationId xmlns:a16="http://schemas.microsoft.com/office/drawing/2014/main" id="{E395978A-BAAF-AE91-5EDF-DD7EE4C7CBCF}"/>
              </a:ext>
            </a:extLst>
          </p:cNvPr>
          <p:cNvPicPr>
            <a:picLocks noGrp="1" noChangeAspect="1"/>
          </p:cNvPicPr>
          <p:nvPr>
            <p:ph sz="quarter" idx="13"/>
          </p:nvPr>
        </p:nvPicPr>
        <p:blipFill>
          <a:blip r:embed="rId3"/>
          <a:stretch>
            <a:fillRect/>
          </a:stretch>
        </p:blipFill>
        <p:spPr>
          <a:xfrm>
            <a:off x="6227892" y="814194"/>
            <a:ext cx="5615067" cy="5280114"/>
          </a:xfrm>
          <a:prstGeom prst="rect">
            <a:avLst/>
          </a:prstGeom>
        </p:spPr>
      </p:pic>
      <p:sp>
        <p:nvSpPr>
          <p:cNvPr id="6" name="TextBox 5">
            <a:extLst>
              <a:ext uri="{FF2B5EF4-FFF2-40B4-BE49-F238E27FC236}">
                <a16:creationId xmlns:a16="http://schemas.microsoft.com/office/drawing/2014/main" id="{EF69AB19-6B5D-4931-6C96-5D338BB27B6D}"/>
              </a:ext>
            </a:extLst>
          </p:cNvPr>
          <p:cNvSpPr txBox="1"/>
          <p:nvPr/>
        </p:nvSpPr>
        <p:spPr>
          <a:xfrm>
            <a:off x="472127" y="817671"/>
            <a:ext cx="5757688" cy="1815882"/>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algn="l"/>
            <a:r>
              <a:rPr lang="en-US" sz="2800" b="1" dirty="0">
                <a:solidFill>
                  <a:schemeClr val="accent1"/>
                </a:solidFill>
              </a:rPr>
              <a:t>select distinct name , </a:t>
            </a:r>
            <a:r>
              <a:rPr lang="en-US" sz="2800" b="1" err="1">
                <a:solidFill>
                  <a:schemeClr val="accent1"/>
                </a:solidFill>
              </a:rPr>
              <a:t>mrp</a:t>
            </a:r>
            <a:r>
              <a:rPr lang="en-US" sz="2800" b="1" dirty="0">
                <a:solidFill>
                  <a:schemeClr val="accent1"/>
                </a:solidFill>
              </a:rPr>
              <a:t> ,</a:t>
            </a:r>
            <a:r>
              <a:rPr lang="en-US" sz="2800" b="1" err="1">
                <a:solidFill>
                  <a:schemeClr val="accent1"/>
                </a:solidFill>
              </a:rPr>
              <a:t>discountPercent</a:t>
            </a:r>
            <a:r>
              <a:rPr lang="en-US" sz="2800" b="1" dirty="0">
                <a:solidFill>
                  <a:schemeClr val="accent1"/>
                </a:solidFill>
              </a:rPr>
              <a:t> from </a:t>
            </a:r>
            <a:r>
              <a:rPr lang="en-US" sz="2800" b="1" err="1">
                <a:solidFill>
                  <a:schemeClr val="accent1"/>
                </a:solidFill>
              </a:rPr>
              <a:t>zepto</a:t>
            </a:r>
            <a:r>
              <a:rPr lang="en-US" sz="2800" b="1" dirty="0">
                <a:solidFill>
                  <a:schemeClr val="accent1"/>
                </a:solidFill>
              </a:rPr>
              <a:t> order by </a:t>
            </a:r>
            <a:r>
              <a:rPr lang="en-US" sz="2800" b="1" err="1">
                <a:solidFill>
                  <a:schemeClr val="accent1"/>
                </a:solidFill>
              </a:rPr>
              <a:t>discountPercent</a:t>
            </a:r>
            <a:r>
              <a:rPr lang="en-US" sz="2800" b="1" dirty="0">
                <a:solidFill>
                  <a:schemeClr val="accent1"/>
                </a:solidFill>
              </a:rPr>
              <a:t> desc limit 10;</a:t>
            </a:r>
          </a:p>
        </p:txBody>
      </p:sp>
    </p:spTree>
    <p:extLst>
      <p:ext uri="{BB962C8B-B14F-4D97-AF65-F5344CB8AC3E}">
        <p14:creationId xmlns:p14="http://schemas.microsoft.com/office/powerpoint/2010/main" val="281722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4D517-FF6C-C74E-7EBC-034ABE2ABB9A}"/>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C87E793B-73DB-0329-23F6-AA0D1615663E}"/>
              </a:ext>
            </a:extLst>
          </p:cNvPr>
          <p:cNvSpPr>
            <a:spLocks noGrp="1"/>
          </p:cNvSpPr>
          <p:nvPr>
            <p:ph type="title"/>
          </p:nvPr>
        </p:nvSpPr>
        <p:spPr>
          <a:xfrm>
            <a:off x="457200" y="3324415"/>
            <a:ext cx="5768138" cy="2286000"/>
          </a:xfrm>
        </p:spPr>
        <p:txBody>
          <a:bodyPr/>
          <a:lstStyle/>
          <a:p>
            <a:r>
              <a:rPr lang="en-US" sz="1800" dirty="0">
                <a:solidFill>
                  <a:srgbClr val="F4997C"/>
                </a:solidFill>
              </a:rPr>
              <a:t>2.Identified high-MRP products that are currently out of stock</a:t>
            </a:r>
            <a:endParaRPr lang="en-US" dirty="0">
              <a:solidFill>
                <a:srgbClr val="F4997C"/>
              </a:solidFill>
            </a:endParaRPr>
          </a:p>
        </p:txBody>
      </p:sp>
      <p:sp>
        <p:nvSpPr>
          <p:cNvPr id="2" name="Slide Number Placeholder 1">
            <a:extLst>
              <a:ext uri="{FF2B5EF4-FFF2-40B4-BE49-F238E27FC236}">
                <a16:creationId xmlns:a16="http://schemas.microsoft.com/office/drawing/2014/main" id="{84A5115A-2A37-B8A0-BB8D-3D8D59CA229C}"/>
              </a:ext>
            </a:extLst>
          </p:cNvPr>
          <p:cNvSpPr>
            <a:spLocks noGrp="1"/>
          </p:cNvSpPr>
          <p:nvPr>
            <p:ph type="sldNum" sz="quarter" idx="12"/>
          </p:nvPr>
        </p:nvSpPr>
        <p:spPr/>
        <p:txBody>
          <a:bodyPr/>
          <a:lstStyle/>
          <a:p>
            <a:fld id="{2A013F82-EE5E-44EE-A61D-E31C6657F26F}" type="slidenum">
              <a:rPr lang="en-US" smtClean="0"/>
              <a:pPr/>
              <a:t>7</a:t>
            </a:fld>
            <a:endParaRPr lang="en-US" dirty="0"/>
          </a:p>
        </p:txBody>
      </p:sp>
      <p:sp>
        <p:nvSpPr>
          <p:cNvPr id="6" name="TextBox 5">
            <a:extLst>
              <a:ext uri="{FF2B5EF4-FFF2-40B4-BE49-F238E27FC236}">
                <a16:creationId xmlns:a16="http://schemas.microsoft.com/office/drawing/2014/main" id="{86995CBC-74A0-7096-AF0A-9BD476B23934}"/>
              </a:ext>
            </a:extLst>
          </p:cNvPr>
          <p:cNvSpPr txBox="1"/>
          <p:nvPr/>
        </p:nvSpPr>
        <p:spPr>
          <a:xfrm>
            <a:off x="461789" y="885415"/>
            <a:ext cx="5768026" cy="1938992"/>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400" b="1" dirty="0">
                <a:solidFill>
                  <a:schemeClr val="accent1"/>
                </a:solidFill>
                <a:ea typeface="+mn-lt"/>
                <a:cs typeface="+mn-lt"/>
              </a:rPr>
              <a:t>select distinct name , </a:t>
            </a:r>
            <a:r>
              <a:rPr lang="en-US" sz="2400" b="1" err="1">
                <a:solidFill>
                  <a:schemeClr val="accent1"/>
                </a:solidFill>
                <a:ea typeface="+mn-lt"/>
                <a:cs typeface="+mn-lt"/>
              </a:rPr>
              <a:t>mrp</a:t>
            </a:r>
            <a:endParaRPr lang="en-US" sz="2400" b="1">
              <a:solidFill>
                <a:schemeClr val="accent1"/>
              </a:solidFill>
              <a:ea typeface="+mn-lt"/>
              <a:cs typeface="+mn-lt"/>
            </a:endParaRPr>
          </a:p>
          <a:p>
            <a:r>
              <a:rPr lang="en-US" sz="2400" b="1" dirty="0">
                <a:solidFill>
                  <a:schemeClr val="accent1"/>
                </a:solidFill>
                <a:ea typeface="+mn-lt"/>
                <a:cs typeface="+mn-lt"/>
              </a:rPr>
              <a:t>from </a:t>
            </a:r>
            <a:r>
              <a:rPr lang="en-US" sz="2400" b="1" err="1">
                <a:solidFill>
                  <a:schemeClr val="accent1"/>
                </a:solidFill>
                <a:ea typeface="+mn-lt"/>
                <a:cs typeface="+mn-lt"/>
              </a:rPr>
              <a:t>zepto</a:t>
            </a:r>
            <a:endParaRPr lang="en-US" sz="2400" b="1">
              <a:solidFill>
                <a:schemeClr val="accent1"/>
              </a:solidFill>
              <a:ea typeface="+mn-lt"/>
              <a:cs typeface="+mn-lt"/>
            </a:endParaRPr>
          </a:p>
          <a:p>
            <a:r>
              <a:rPr lang="en-US" sz="2400" b="1" dirty="0">
                <a:solidFill>
                  <a:schemeClr val="accent1"/>
                </a:solidFill>
                <a:ea typeface="+mn-lt"/>
                <a:cs typeface="+mn-lt"/>
              </a:rPr>
              <a:t>where </a:t>
            </a:r>
            <a:r>
              <a:rPr lang="en-US" sz="2400" b="1" err="1">
                <a:solidFill>
                  <a:schemeClr val="accent1"/>
                </a:solidFill>
                <a:ea typeface="+mn-lt"/>
                <a:cs typeface="+mn-lt"/>
              </a:rPr>
              <a:t>outofStock</a:t>
            </a:r>
            <a:r>
              <a:rPr lang="en-US" sz="2400" b="1" dirty="0">
                <a:solidFill>
                  <a:schemeClr val="accent1"/>
                </a:solidFill>
                <a:ea typeface="+mn-lt"/>
                <a:cs typeface="+mn-lt"/>
              </a:rPr>
              <a:t> = TRUE </a:t>
            </a:r>
            <a:endParaRPr lang="en-US" sz="2400" b="1">
              <a:solidFill>
                <a:schemeClr val="accent1"/>
              </a:solidFill>
            </a:endParaRPr>
          </a:p>
          <a:p>
            <a:r>
              <a:rPr lang="en-US" sz="2400" b="1" dirty="0">
                <a:solidFill>
                  <a:schemeClr val="accent1"/>
                </a:solidFill>
                <a:ea typeface="+mn-lt"/>
                <a:cs typeface="+mn-lt"/>
              </a:rPr>
              <a:t>and </a:t>
            </a:r>
            <a:r>
              <a:rPr lang="en-US" sz="2400" b="1" err="1">
                <a:solidFill>
                  <a:schemeClr val="accent1"/>
                </a:solidFill>
                <a:ea typeface="+mn-lt"/>
                <a:cs typeface="+mn-lt"/>
              </a:rPr>
              <a:t>mrp</a:t>
            </a:r>
            <a:r>
              <a:rPr lang="en-US" sz="2400" b="1" dirty="0">
                <a:solidFill>
                  <a:schemeClr val="accent1"/>
                </a:solidFill>
                <a:ea typeface="+mn-lt"/>
                <a:cs typeface="+mn-lt"/>
              </a:rPr>
              <a:t> &gt; 300</a:t>
            </a:r>
            <a:endParaRPr lang="en-US" sz="2400" b="1">
              <a:solidFill>
                <a:schemeClr val="accent1"/>
              </a:solidFill>
            </a:endParaRPr>
          </a:p>
          <a:p>
            <a:r>
              <a:rPr lang="en-US" sz="2400" b="1" dirty="0">
                <a:solidFill>
                  <a:schemeClr val="accent1"/>
                </a:solidFill>
                <a:ea typeface="+mn-lt"/>
                <a:cs typeface="+mn-lt"/>
              </a:rPr>
              <a:t>order by </a:t>
            </a:r>
            <a:r>
              <a:rPr lang="en-US" sz="2400" b="1" err="1">
                <a:solidFill>
                  <a:schemeClr val="accent1"/>
                </a:solidFill>
                <a:ea typeface="+mn-lt"/>
                <a:cs typeface="+mn-lt"/>
              </a:rPr>
              <a:t>mrp</a:t>
            </a:r>
            <a:r>
              <a:rPr lang="en-US" sz="2400" b="1" dirty="0">
                <a:solidFill>
                  <a:schemeClr val="accent1"/>
                </a:solidFill>
                <a:ea typeface="+mn-lt"/>
                <a:cs typeface="+mn-lt"/>
              </a:rPr>
              <a:t> desc;</a:t>
            </a:r>
          </a:p>
        </p:txBody>
      </p:sp>
      <p:pic>
        <p:nvPicPr>
          <p:cNvPr id="5" name="Content Placeholder 4" descr="A screenshot of a computer&#10;&#10;AI-generated content may be incorrect.">
            <a:extLst>
              <a:ext uri="{FF2B5EF4-FFF2-40B4-BE49-F238E27FC236}">
                <a16:creationId xmlns:a16="http://schemas.microsoft.com/office/drawing/2014/main" id="{3A4EA4D5-7DDE-91AC-241A-3BBBCC46C630}"/>
              </a:ext>
            </a:extLst>
          </p:cNvPr>
          <p:cNvPicPr>
            <a:picLocks noGrp="1" noChangeAspect="1"/>
          </p:cNvPicPr>
          <p:nvPr>
            <p:ph sz="quarter" idx="13"/>
          </p:nvPr>
        </p:nvPicPr>
        <p:blipFill>
          <a:blip r:embed="rId3"/>
          <a:stretch>
            <a:fillRect/>
          </a:stretch>
        </p:blipFill>
        <p:spPr>
          <a:xfrm>
            <a:off x="6672357" y="2041397"/>
            <a:ext cx="4874245" cy="2779682"/>
          </a:xfrm>
          <a:prstGeom prst="rect">
            <a:avLst/>
          </a:prstGeom>
        </p:spPr>
      </p:pic>
    </p:spTree>
    <p:extLst>
      <p:ext uri="{BB962C8B-B14F-4D97-AF65-F5344CB8AC3E}">
        <p14:creationId xmlns:p14="http://schemas.microsoft.com/office/powerpoint/2010/main" val="4039466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2B52D-23DB-39E9-3FBB-6CCF54AB20B1}"/>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FA9CE3FA-554D-18D8-BF0D-C2146CF4DC25}"/>
              </a:ext>
            </a:extLst>
          </p:cNvPr>
          <p:cNvSpPr>
            <a:spLocks noGrp="1"/>
          </p:cNvSpPr>
          <p:nvPr>
            <p:ph type="title"/>
          </p:nvPr>
        </p:nvSpPr>
        <p:spPr>
          <a:xfrm>
            <a:off x="457200" y="3324415"/>
            <a:ext cx="5768138" cy="2286000"/>
          </a:xfrm>
        </p:spPr>
        <p:txBody>
          <a:bodyPr>
            <a:normAutofit/>
          </a:bodyPr>
          <a:lstStyle/>
          <a:p>
            <a:r>
              <a:rPr lang="en-US" sz="2000" dirty="0">
                <a:solidFill>
                  <a:srgbClr val="F4997C"/>
                </a:solidFill>
              </a:rPr>
              <a:t>3.Estimated potential revenue for each product category</a:t>
            </a:r>
          </a:p>
        </p:txBody>
      </p:sp>
      <p:sp>
        <p:nvSpPr>
          <p:cNvPr id="2" name="Slide Number Placeholder 1">
            <a:extLst>
              <a:ext uri="{FF2B5EF4-FFF2-40B4-BE49-F238E27FC236}">
                <a16:creationId xmlns:a16="http://schemas.microsoft.com/office/drawing/2014/main" id="{292BB092-B860-98F4-4393-0E9C0E722088}"/>
              </a:ext>
            </a:extLst>
          </p:cNvPr>
          <p:cNvSpPr>
            <a:spLocks noGrp="1"/>
          </p:cNvSpPr>
          <p:nvPr>
            <p:ph type="sldNum" sz="quarter" idx="12"/>
          </p:nvPr>
        </p:nvSpPr>
        <p:spPr/>
        <p:txBody>
          <a:bodyPr/>
          <a:lstStyle/>
          <a:p>
            <a:fld id="{2A013F82-EE5E-44EE-A61D-E31C6657F26F}" type="slidenum">
              <a:rPr lang="en-US" smtClean="0"/>
              <a:pPr/>
              <a:t>8</a:t>
            </a:fld>
            <a:endParaRPr lang="en-US" dirty="0"/>
          </a:p>
        </p:txBody>
      </p:sp>
      <p:sp>
        <p:nvSpPr>
          <p:cNvPr id="6" name="TextBox 5">
            <a:extLst>
              <a:ext uri="{FF2B5EF4-FFF2-40B4-BE49-F238E27FC236}">
                <a16:creationId xmlns:a16="http://schemas.microsoft.com/office/drawing/2014/main" id="{42D18060-BDB3-505D-37F1-9FD3EEBE1A35}"/>
              </a:ext>
            </a:extLst>
          </p:cNvPr>
          <p:cNvSpPr txBox="1"/>
          <p:nvPr/>
        </p:nvSpPr>
        <p:spPr>
          <a:xfrm>
            <a:off x="461789" y="729101"/>
            <a:ext cx="5758438" cy="2616101"/>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000" b="1" dirty="0">
                <a:solidFill>
                  <a:schemeClr val="accent1"/>
                </a:solidFill>
                <a:ea typeface="+mn-lt"/>
                <a:cs typeface="+mn-lt"/>
              </a:rPr>
              <a:t>select category ,</a:t>
            </a:r>
          </a:p>
          <a:p>
            <a:r>
              <a:rPr lang="en-US" sz="2000" b="1" dirty="0">
                <a:solidFill>
                  <a:schemeClr val="accent1"/>
                </a:solidFill>
                <a:ea typeface="+mn-lt"/>
                <a:cs typeface="+mn-lt"/>
              </a:rPr>
              <a:t>sum(</a:t>
            </a:r>
            <a:r>
              <a:rPr lang="en-US" sz="2000" b="1" err="1">
                <a:solidFill>
                  <a:schemeClr val="accent1"/>
                </a:solidFill>
                <a:ea typeface="+mn-lt"/>
                <a:cs typeface="+mn-lt"/>
              </a:rPr>
              <a:t>discountedSellingPrice</a:t>
            </a:r>
            <a:r>
              <a:rPr lang="en-US" sz="2000" b="1" dirty="0">
                <a:solidFill>
                  <a:schemeClr val="accent1"/>
                </a:solidFill>
                <a:ea typeface="+mn-lt"/>
                <a:cs typeface="+mn-lt"/>
              </a:rPr>
              <a:t>  * </a:t>
            </a:r>
            <a:r>
              <a:rPr lang="en-US" sz="2000" b="1" err="1">
                <a:solidFill>
                  <a:schemeClr val="accent1"/>
                </a:solidFill>
                <a:ea typeface="+mn-lt"/>
                <a:cs typeface="+mn-lt"/>
              </a:rPr>
              <a:t>availableQuantity</a:t>
            </a:r>
            <a:r>
              <a:rPr lang="en-US" sz="2000" b="1" dirty="0">
                <a:solidFill>
                  <a:schemeClr val="accent1"/>
                </a:solidFill>
                <a:ea typeface="+mn-lt"/>
                <a:cs typeface="+mn-lt"/>
              </a:rPr>
              <a:t> ) </a:t>
            </a:r>
            <a:endParaRPr lang="en-US" sz="2000" b="1">
              <a:solidFill>
                <a:schemeClr val="accent1"/>
              </a:solidFill>
            </a:endParaRPr>
          </a:p>
          <a:p>
            <a:r>
              <a:rPr lang="en-US" sz="2000" b="1" dirty="0">
                <a:solidFill>
                  <a:schemeClr val="accent1"/>
                </a:solidFill>
                <a:ea typeface="+mn-lt"/>
                <a:cs typeface="+mn-lt"/>
              </a:rPr>
              <a:t>as </a:t>
            </a:r>
            <a:r>
              <a:rPr lang="en-US" sz="2000" b="1" err="1">
                <a:solidFill>
                  <a:schemeClr val="accent1"/>
                </a:solidFill>
                <a:ea typeface="+mn-lt"/>
                <a:cs typeface="+mn-lt"/>
              </a:rPr>
              <a:t>total_revenue</a:t>
            </a:r>
            <a:endParaRPr lang="en-US" sz="2000" b="1">
              <a:solidFill>
                <a:schemeClr val="accent1"/>
              </a:solidFill>
            </a:endParaRPr>
          </a:p>
          <a:p>
            <a:r>
              <a:rPr lang="en-US" sz="2000" b="1" dirty="0">
                <a:solidFill>
                  <a:schemeClr val="accent1"/>
                </a:solidFill>
                <a:ea typeface="+mn-lt"/>
                <a:cs typeface="+mn-lt"/>
              </a:rPr>
              <a:t>from </a:t>
            </a:r>
            <a:r>
              <a:rPr lang="en-US" sz="2000" b="1" err="1">
                <a:solidFill>
                  <a:schemeClr val="accent1"/>
                </a:solidFill>
                <a:ea typeface="+mn-lt"/>
                <a:cs typeface="+mn-lt"/>
              </a:rPr>
              <a:t>zepto</a:t>
            </a:r>
            <a:r>
              <a:rPr lang="en-US" sz="2000" b="1" dirty="0">
                <a:solidFill>
                  <a:schemeClr val="accent1"/>
                </a:solidFill>
                <a:ea typeface="+mn-lt"/>
                <a:cs typeface="+mn-lt"/>
              </a:rPr>
              <a:t> </a:t>
            </a:r>
          </a:p>
          <a:p>
            <a:r>
              <a:rPr lang="en-US" sz="2000" b="1" dirty="0">
                <a:solidFill>
                  <a:schemeClr val="accent1"/>
                </a:solidFill>
                <a:ea typeface="+mn-lt"/>
                <a:cs typeface="+mn-lt"/>
              </a:rPr>
              <a:t>group by category </a:t>
            </a:r>
            <a:endParaRPr lang="en-US" sz="2000" b="1">
              <a:solidFill>
                <a:schemeClr val="accent1"/>
              </a:solidFill>
            </a:endParaRPr>
          </a:p>
          <a:p>
            <a:r>
              <a:rPr lang="en-US" sz="2000" b="1" dirty="0">
                <a:solidFill>
                  <a:schemeClr val="accent1"/>
                </a:solidFill>
                <a:ea typeface="+mn-lt"/>
                <a:cs typeface="+mn-lt"/>
              </a:rPr>
              <a:t>order by </a:t>
            </a:r>
            <a:r>
              <a:rPr lang="en-US" sz="2000" b="1" err="1">
                <a:solidFill>
                  <a:schemeClr val="accent1"/>
                </a:solidFill>
                <a:ea typeface="+mn-lt"/>
                <a:cs typeface="+mn-lt"/>
              </a:rPr>
              <a:t>total_revenue</a:t>
            </a:r>
            <a:r>
              <a:rPr lang="en-US" sz="2000" b="1" dirty="0">
                <a:solidFill>
                  <a:schemeClr val="accent1"/>
                </a:solidFill>
                <a:ea typeface="+mn-lt"/>
                <a:cs typeface="+mn-lt"/>
              </a:rPr>
              <a:t>;</a:t>
            </a:r>
          </a:p>
          <a:p>
            <a:endParaRPr lang="en-US" sz="2400" b="1" dirty="0">
              <a:solidFill>
                <a:schemeClr val="accent1"/>
              </a:solidFill>
              <a:ea typeface="+mn-lt"/>
              <a:cs typeface="+mn-lt"/>
            </a:endParaRPr>
          </a:p>
        </p:txBody>
      </p:sp>
      <p:pic>
        <p:nvPicPr>
          <p:cNvPr id="7" name="Content Placeholder 6" descr="A screenshot of a computer&#10;&#10;AI-generated content may be incorrect.">
            <a:extLst>
              <a:ext uri="{FF2B5EF4-FFF2-40B4-BE49-F238E27FC236}">
                <a16:creationId xmlns:a16="http://schemas.microsoft.com/office/drawing/2014/main" id="{93B82C93-CEF5-EE01-5EB7-E8276271E09A}"/>
              </a:ext>
            </a:extLst>
          </p:cNvPr>
          <p:cNvPicPr>
            <a:picLocks noGrp="1" noChangeAspect="1"/>
          </p:cNvPicPr>
          <p:nvPr>
            <p:ph sz="quarter" idx="13"/>
          </p:nvPr>
        </p:nvPicPr>
        <p:blipFill>
          <a:blip r:embed="rId3"/>
          <a:stretch>
            <a:fillRect/>
          </a:stretch>
        </p:blipFill>
        <p:spPr>
          <a:xfrm>
            <a:off x="6340795" y="453470"/>
            <a:ext cx="5388787" cy="5542984"/>
          </a:xfrm>
          <a:prstGeom prst="rect">
            <a:avLst/>
          </a:prstGeom>
        </p:spPr>
      </p:pic>
    </p:spTree>
    <p:extLst>
      <p:ext uri="{BB962C8B-B14F-4D97-AF65-F5344CB8AC3E}">
        <p14:creationId xmlns:p14="http://schemas.microsoft.com/office/powerpoint/2010/main" val="4933731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579CF-6D41-E03C-CE16-C738B25B8A97}"/>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31C71257-D998-3589-351F-3C5067FBDBFA}"/>
              </a:ext>
            </a:extLst>
          </p:cNvPr>
          <p:cNvSpPr>
            <a:spLocks noGrp="1"/>
          </p:cNvSpPr>
          <p:nvPr>
            <p:ph type="title"/>
          </p:nvPr>
        </p:nvSpPr>
        <p:spPr>
          <a:xfrm>
            <a:off x="457200" y="3324415"/>
            <a:ext cx="5768138" cy="2286000"/>
          </a:xfrm>
        </p:spPr>
        <p:txBody>
          <a:bodyPr/>
          <a:lstStyle/>
          <a:p>
            <a:r>
              <a:rPr lang="en-US" sz="1800" dirty="0">
                <a:solidFill>
                  <a:srgbClr val="F4997C"/>
                </a:solidFill>
              </a:rPr>
              <a:t>4.Filtered expensive products (MRP &gt; ₹500) with minimal discount</a:t>
            </a:r>
            <a:endParaRPr lang="en-US" dirty="0">
              <a:solidFill>
                <a:srgbClr val="F4997C"/>
              </a:solidFill>
            </a:endParaRPr>
          </a:p>
        </p:txBody>
      </p:sp>
      <p:sp>
        <p:nvSpPr>
          <p:cNvPr id="2" name="Slide Number Placeholder 1">
            <a:extLst>
              <a:ext uri="{FF2B5EF4-FFF2-40B4-BE49-F238E27FC236}">
                <a16:creationId xmlns:a16="http://schemas.microsoft.com/office/drawing/2014/main" id="{74F58549-E2D2-AE23-43FB-B786D64081CF}"/>
              </a:ext>
            </a:extLst>
          </p:cNvPr>
          <p:cNvSpPr>
            <a:spLocks noGrp="1"/>
          </p:cNvSpPr>
          <p:nvPr>
            <p:ph type="sldNum" sz="quarter" idx="12"/>
          </p:nvPr>
        </p:nvSpPr>
        <p:spPr/>
        <p:txBody>
          <a:bodyPr/>
          <a:lstStyle/>
          <a:p>
            <a:fld id="{2A013F82-EE5E-44EE-A61D-E31C6657F26F}" type="slidenum">
              <a:rPr lang="en-US" smtClean="0"/>
              <a:pPr/>
              <a:t>9</a:t>
            </a:fld>
            <a:endParaRPr lang="en-US" dirty="0"/>
          </a:p>
        </p:txBody>
      </p:sp>
      <p:sp>
        <p:nvSpPr>
          <p:cNvPr id="6" name="TextBox 5">
            <a:extLst>
              <a:ext uri="{FF2B5EF4-FFF2-40B4-BE49-F238E27FC236}">
                <a16:creationId xmlns:a16="http://schemas.microsoft.com/office/drawing/2014/main" id="{9D04DB6B-DA8B-B55C-03BD-2716D36769E0}"/>
              </a:ext>
            </a:extLst>
          </p:cNvPr>
          <p:cNvSpPr txBox="1"/>
          <p:nvPr/>
        </p:nvSpPr>
        <p:spPr>
          <a:xfrm>
            <a:off x="461789" y="1001359"/>
            <a:ext cx="5758437" cy="132343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000" b="1" dirty="0">
                <a:solidFill>
                  <a:schemeClr val="accent1"/>
                </a:solidFill>
                <a:ea typeface="+mn-lt"/>
                <a:cs typeface="+mn-lt"/>
              </a:rPr>
              <a:t>select distinct name ,</a:t>
            </a:r>
            <a:r>
              <a:rPr lang="en-US" sz="2000" b="1" err="1">
                <a:solidFill>
                  <a:schemeClr val="accent1"/>
                </a:solidFill>
                <a:ea typeface="+mn-lt"/>
                <a:cs typeface="+mn-lt"/>
              </a:rPr>
              <a:t>mrp</a:t>
            </a:r>
            <a:r>
              <a:rPr lang="en-US" sz="2000" b="1" dirty="0">
                <a:solidFill>
                  <a:schemeClr val="accent1"/>
                </a:solidFill>
                <a:ea typeface="+mn-lt"/>
                <a:cs typeface="+mn-lt"/>
              </a:rPr>
              <a:t> ,</a:t>
            </a:r>
            <a:r>
              <a:rPr lang="en-US" sz="2000" b="1" err="1">
                <a:solidFill>
                  <a:schemeClr val="accent1"/>
                </a:solidFill>
                <a:ea typeface="+mn-lt"/>
                <a:cs typeface="+mn-lt"/>
              </a:rPr>
              <a:t>discountPercent</a:t>
            </a:r>
            <a:endParaRPr lang="en-US" sz="2000" b="1">
              <a:solidFill>
                <a:schemeClr val="accent1"/>
              </a:solidFill>
            </a:endParaRPr>
          </a:p>
          <a:p>
            <a:r>
              <a:rPr lang="en-US" sz="2000" b="1" dirty="0">
                <a:solidFill>
                  <a:schemeClr val="accent1"/>
                </a:solidFill>
                <a:ea typeface="+mn-lt"/>
                <a:cs typeface="+mn-lt"/>
              </a:rPr>
              <a:t>from </a:t>
            </a:r>
            <a:r>
              <a:rPr lang="en-US" sz="2000" b="1" err="1">
                <a:solidFill>
                  <a:schemeClr val="accent1"/>
                </a:solidFill>
                <a:ea typeface="+mn-lt"/>
                <a:cs typeface="+mn-lt"/>
              </a:rPr>
              <a:t>zepto</a:t>
            </a:r>
            <a:endParaRPr lang="en-US" sz="2000" b="1">
              <a:solidFill>
                <a:schemeClr val="accent1"/>
              </a:solidFill>
              <a:ea typeface="+mn-lt"/>
              <a:cs typeface="+mn-lt"/>
            </a:endParaRPr>
          </a:p>
          <a:p>
            <a:r>
              <a:rPr lang="en-US" sz="2000" b="1" dirty="0">
                <a:solidFill>
                  <a:schemeClr val="accent1"/>
                </a:solidFill>
                <a:ea typeface="+mn-lt"/>
                <a:cs typeface="+mn-lt"/>
              </a:rPr>
              <a:t>where </a:t>
            </a:r>
            <a:r>
              <a:rPr lang="en-US" sz="2000" b="1" err="1">
                <a:solidFill>
                  <a:schemeClr val="accent1"/>
                </a:solidFill>
                <a:ea typeface="+mn-lt"/>
                <a:cs typeface="+mn-lt"/>
              </a:rPr>
              <a:t>mrp</a:t>
            </a:r>
            <a:r>
              <a:rPr lang="en-US" sz="2000" b="1" dirty="0">
                <a:solidFill>
                  <a:schemeClr val="accent1"/>
                </a:solidFill>
                <a:ea typeface="+mn-lt"/>
                <a:cs typeface="+mn-lt"/>
              </a:rPr>
              <a:t> &gt; 500 and </a:t>
            </a:r>
            <a:r>
              <a:rPr lang="en-US" sz="2000" b="1" err="1">
                <a:solidFill>
                  <a:schemeClr val="accent1"/>
                </a:solidFill>
                <a:ea typeface="+mn-lt"/>
                <a:cs typeface="+mn-lt"/>
              </a:rPr>
              <a:t>discountPercent</a:t>
            </a:r>
            <a:r>
              <a:rPr lang="en-US" sz="2000" b="1" dirty="0">
                <a:solidFill>
                  <a:schemeClr val="accent1"/>
                </a:solidFill>
                <a:ea typeface="+mn-lt"/>
                <a:cs typeface="+mn-lt"/>
              </a:rPr>
              <a:t> &lt; 10</a:t>
            </a:r>
            <a:endParaRPr lang="en-US" sz="2000" b="1">
              <a:solidFill>
                <a:schemeClr val="accent1"/>
              </a:solidFill>
            </a:endParaRPr>
          </a:p>
          <a:p>
            <a:r>
              <a:rPr lang="en-US" sz="2000" b="1" dirty="0">
                <a:solidFill>
                  <a:schemeClr val="accent1"/>
                </a:solidFill>
                <a:ea typeface="+mn-lt"/>
                <a:cs typeface="+mn-lt"/>
              </a:rPr>
              <a:t>order by </a:t>
            </a:r>
            <a:r>
              <a:rPr lang="en-US" sz="2000" b="1" err="1">
                <a:solidFill>
                  <a:schemeClr val="accent1"/>
                </a:solidFill>
                <a:ea typeface="+mn-lt"/>
                <a:cs typeface="+mn-lt"/>
              </a:rPr>
              <a:t>mrp</a:t>
            </a:r>
            <a:r>
              <a:rPr lang="en-US" sz="2000" b="1" dirty="0">
                <a:solidFill>
                  <a:schemeClr val="accent1"/>
                </a:solidFill>
                <a:ea typeface="+mn-lt"/>
                <a:cs typeface="+mn-lt"/>
              </a:rPr>
              <a:t> desc , </a:t>
            </a:r>
            <a:r>
              <a:rPr lang="en-US" sz="2000" b="1" err="1">
                <a:solidFill>
                  <a:schemeClr val="accent1"/>
                </a:solidFill>
                <a:ea typeface="+mn-lt"/>
                <a:cs typeface="+mn-lt"/>
              </a:rPr>
              <a:t>discountPercent</a:t>
            </a:r>
            <a:r>
              <a:rPr lang="en-US" sz="2000" b="1" dirty="0">
                <a:solidFill>
                  <a:schemeClr val="accent1"/>
                </a:solidFill>
                <a:ea typeface="+mn-lt"/>
                <a:cs typeface="+mn-lt"/>
              </a:rPr>
              <a:t> desc;</a:t>
            </a:r>
          </a:p>
        </p:txBody>
      </p:sp>
      <p:pic>
        <p:nvPicPr>
          <p:cNvPr id="7" name="Content Placeholder 6" descr="A screenshot of a table">
            <a:extLst>
              <a:ext uri="{FF2B5EF4-FFF2-40B4-BE49-F238E27FC236}">
                <a16:creationId xmlns:a16="http://schemas.microsoft.com/office/drawing/2014/main" id="{EA303868-3701-DEDA-5491-73034F666EB7}"/>
              </a:ext>
            </a:extLst>
          </p:cNvPr>
          <p:cNvPicPr>
            <a:picLocks noGrp="1" noChangeAspect="1"/>
          </p:cNvPicPr>
          <p:nvPr>
            <p:ph sz="quarter" idx="13"/>
          </p:nvPr>
        </p:nvPicPr>
        <p:blipFill>
          <a:blip r:embed="rId3"/>
          <a:stretch>
            <a:fillRect/>
          </a:stretch>
        </p:blipFill>
        <p:spPr>
          <a:xfrm>
            <a:off x="6223263" y="472654"/>
            <a:ext cx="5518362" cy="5629306"/>
          </a:xfrm>
          <a:prstGeom prst="rect">
            <a:avLst/>
          </a:prstGeom>
        </p:spPr>
      </p:pic>
    </p:spTree>
    <p:extLst>
      <p:ext uri="{BB962C8B-B14F-4D97-AF65-F5344CB8AC3E}">
        <p14:creationId xmlns:p14="http://schemas.microsoft.com/office/powerpoint/2010/main" val="15582783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AAE0E-6F4B-4C7A-769E-A739BF74C858}"/>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625BADB6-9188-03B9-8CCF-1AF275DCD023}"/>
              </a:ext>
            </a:extLst>
          </p:cNvPr>
          <p:cNvSpPr>
            <a:spLocks noGrp="1"/>
          </p:cNvSpPr>
          <p:nvPr>
            <p:ph type="title"/>
          </p:nvPr>
        </p:nvSpPr>
        <p:spPr>
          <a:xfrm>
            <a:off x="457200" y="3324415"/>
            <a:ext cx="5768138" cy="2286000"/>
          </a:xfrm>
        </p:spPr>
        <p:txBody>
          <a:bodyPr/>
          <a:lstStyle/>
          <a:p>
            <a:r>
              <a:rPr lang="en-US" sz="1800" dirty="0">
                <a:solidFill>
                  <a:srgbClr val="F4997C"/>
                </a:solidFill>
              </a:rPr>
              <a:t>5.Ranked top 5 categories offering highest average discounts</a:t>
            </a:r>
            <a:endParaRPr lang="en-US" dirty="0">
              <a:solidFill>
                <a:srgbClr val="F4997C"/>
              </a:solidFill>
            </a:endParaRPr>
          </a:p>
        </p:txBody>
      </p:sp>
      <p:sp>
        <p:nvSpPr>
          <p:cNvPr id="2" name="Slide Number Placeholder 1">
            <a:extLst>
              <a:ext uri="{FF2B5EF4-FFF2-40B4-BE49-F238E27FC236}">
                <a16:creationId xmlns:a16="http://schemas.microsoft.com/office/drawing/2014/main" id="{E5287C7A-3264-DA4D-4435-E2A19C8F3E58}"/>
              </a:ext>
            </a:extLst>
          </p:cNvPr>
          <p:cNvSpPr>
            <a:spLocks noGrp="1"/>
          </p:cNvSpPr>
          <p:nvPr>
            <p:ph type="sldNum" sz="quarter" idx="12"/>
          </p:nvPr>
        </p:nvSpPr>
        <p:spPr/>
        <p:txBody>
          <a:bodyPr/>
          <a:lstStyle/>
          <a:p>
            <a:fld id="{2A013F82-EE5E-44EE-A61D-E31C6657F26F}" type="slidenum">
              <a:rPr lang="en-US" smtClean="0"/>
              <a:pPr/>
              <a:t>10</a:t>
            </a:fld>
            <a:endParaRPr lang="en-US" dirty="0"/>
          </a:p>
        </p:txBody>
      </p:sp>
      <p:sp>
        <p:nvSpPr>
          <p:cNvPr id="6" name="TextBox 5">
            <a:extLst>
              <a:ext uri="{FF2B5EF4-FFF2-40B4-BE49-F238E27FC236}">
                <a16:creationId xmlns:a16="http://schemas.microsoft.com/office/drawing/2014/main" id="{6C059CED-6DEF-EBA2-21B3-6BFCFA853084}"/>
              </a:ext>
            </a:extLst>
          </p:cNvPr>
          <p:cNvSpPr txBox="1"/>
          <p:nvPr/>
        </p:nvSpPr>
        <p:spPr>
          <a:xfrm>
            <a:off x="461789" y="731527"/>
            <a:ext cx="5902423" cy="224676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000" b="1" dirty="0">
                <a:solidFill>
                  <a:schemeClr val="accent1"/>
                </a:solidFill>
                <a:ea typeface="+mn-lt"/>
                <a:cs typeface="+mn-lt"/>
              </a:rPr>
              <a:t>select category,</a:t>
            </a:r>
          </a:p>
          <a:p>
            <a:r>
              <a:rPr lang="en-US" sz="2000" b="1" dirty="0">
                <a:solidFill>
                  <a:schemeClr val="accent1"/>
                </a:solidFill>
                <a:ea typeface="+mn-lt"/>
                <a:cs typeface="+mn-lt"/>
              </a:rPr>
              <a:t>round(avg(</a:t>
            </a:r>
            <a:r>
              <a:rPr lang="en-US" sz="2000" b="1" dirty="0" err="1">
                <a:solidFill>
                  <a:schemeClr val="accent1"/>
                </a:solidFill>
                <a:ea typeface="+mn-lt"/>
                <a:cs typeface="+mn-lt"/>
              </a:rPr>
              <a:t>discountPercent</a:t>
            </a:r>
            <a:r>
              <a:rPr lang="en-US" sz="2000" b="1" dirty="0">
                <a:solidFill>
                  <a:schemeClr val="accent1"/>
                </a:solidFill>
                <a:ea typeface="+mn-lt"/>
                <a:cs typeface="+mn-lt"/>
              </a:rPr>
              <a:t>),2) as </a:t>
            </a:r>
            <a:r>
              <a:rPr lang="en-US" sz="2000" b="1" dirty="0" err="1">
                <a:solidFill>
                  <a:schemeClr val="accent1"/>
                </a:solidFill>
                <a:ea typeface="+mn-lt"/>
                <a:cs typeface="+mn-lt"/>
              </a:rPr>
              <a:t>avg_discount</a:t>
            </a:r>
            <a:endParaRPr lang="en-US" sz="2000" b="1">
              <a:solidFill>
                <a:schemeClr val="accent1"/>
              </a:solidFill>
            </a:endParaRPr>
          </a:p>
          <a:p>
            <a:r>
              <a:rPr lang="en-US" sz="2000" b="1" dirty="0">
                <a:solidFill>
                  <a:schemeClr val="accent1"/>
                </a:solidFill>
                <a:ea typeface="+mn-lt"/>
                <a:cs typeface="+mn-lt"/>
              </a:rPr>
              <a:t>from </a:t>
            </a:r>
            <a:r>
              <a:rPr lang="en-US" sz="2000" b="1" err="1">
                <a:solidFill>
                  <a:schemeClr val="accent1"/>
                </a:solidFill>
                <a:ea typeface="+mn-lt"/>
                <a:cs typeface="+mn-lt"/>
              </a:rPr>
              <a:t>zepto</a:t>
            </a:r>
            <a:r>
              <a:rPr lang="en-US" sz="2000" b="1" dirty="0">
                <a:solidFill>
                  <a:schemeClr val="accent1"/>
                </a:solidFill>
                <a:ea typeface="+mn-lt"/>
                <a:cs typeface="+mn-lt"/>
              </a:rPr>
              <a:t> </a:t>
            </a:r>
          </a:p>
          <a:p>
            <a:r>
              <a:rPr lang="en-US" sz="2000" b="1" dirty="0">
                <a:solidFill>
                  <a:schemeClr val="accent1"/>
                </a:solidFill>
                <a:ea typeface="+mn-lt"/>
                <a:cs typeface="+mn-lt"/>
              </a:rPr>
              <a:t>group by category</a:t>
            </a:r>
            <a:endParaRPr lang="en-US" sz="2000" b="1">
              <a:solidFill>
                <a:schemeClr val="accent1"/>
              </a:solidFill>
            </a:endParaRPr>
          </a:p>
          <a:p>
            <a:r>
              <a:rPr lang="en-US" sz="2000" b="1" dirty="0">
                <a:solidFill>
                  <a:schemeClr val="accent1"/>
                </a:solidFill>
                <a:ea typeface="+mn-lt"/>
                <a:cs typeface="+mn-lt"/>
              </a:rPr>
              <a:t>order by </a:t>
            </a:r>
            <a:r>
              <a:rPr lang="en-US" sz="2000" b="1" err="1">
                <a:solidFill>
                  <a:schemeClr val="accent1"/>
                </a:solidFill>
                <a:ea typeface="+mn-lt"/>
                <a:cs typeface="+mn-lt"/>
              </a:rPr>
              <a:t>avg_discount</a:t>
            </a:r>
            <a:r>
              <a:rPr lang="en-US" sz="2000" b="1" dirty="0">
                <a:solidFill>
                  <a:schemeClr val="accent1"/>
                </a:solidFill>
                <a:ea typeface="+mn-lt"/>
                <a:cs typeface="+mn-lt"/>
              </a:rPr>
              <a:t> desc</a:t>
            </a:r>
          </a:p>
          <a:p>
            <a:r>
              <a:rPr lang="en-US" sz="2000" b="1" dirty="0">
                <a:solidFill>
                  <a:schemeClr val="accent1"/>
                </a:solidFill>
                <a:ea typeface="+mn-lt"/>
                <a:cs typeface="+mn-lt"/>
              </a:rPr>
              <a:t>LIMIT 5 ;</a:t>
            </a:r>
          </a:p>
        </p:txBody>
      </p:sp>
      <p:pic>
        <p:nvPicPr>
          <p:cNvPr id="7" name="Content Placeholder 6" descr="A screenshot of a menu&#10;&#10;AI-generated content may be incorrect.">
            <a:extLst>
              <a:ext uri="{FF2B5EF4-FFF2-40B4-BE49-F238E27FC236}">
                <a16:creationId xmlns:a16="http://schemas.microsoft.com/office/drawing/2014/main" id="{426FD2BF-E5DD-31A0-5FE3-FE7805EF94B6}"/>
              </a:ext>
            </a:extLst>
          </p:cNvPr>
          <p:cNvPicPr>
            <a:picLocks noGrp="1" noChangeAspect="1"/>
          </p:cNvPicPr>
          <p:nvPr>
            <p:ph sz="quarter" idx="13"/>
          </p:nvPr>
        </p:nvPicPr>
        <p:blipFill>
          <a:blip r:embed="rId3"/>
          <a:stretch>
            <a:fillRect/>
          </a:stretch>
        </p:blipFill>
        <p:spPr>
          <a:xfrm>
            <a:off x="6553308" y="1849693"/>
            <a:ext cx="4866225" cy="2755054"/>
          </a:xfrm>
          <a:prstGeom prst="rect">
            <a:avLst/>
          </a:prstGeom>
        </p:spPr>
      </p:pic>
    </p:spTree>
    <p:extLst>
      <p:ext uri="{BB962C8B-B14F-4D97-AF65-F5344CB8AC3E}">
        <p14:creationId xmlns:p14="http://schemas.microsoft.com/office/powerpoint/2010/main" val="21886347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E64EE-7DBF-C409-D660-63B224827B6C}"/>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33DEFD92-B8A7-73D0-27D2-0F401FC652B1}"/>
              </a:ext>
            </a:extLst>
          </p:cNvPr>
          <p:cNvSpPr>
            <a:spLocks noGrp="1"/>
          </p:cNvSpPr>
          <p:nvPr>
            <p:ph type="title"/>
          </p:nvPr>
        </p:nvSpPr>
        <p:spPr>
          <a:xfrm>
            <a:off x="457200" y="3324415"/>
            <a:ext cx="5768138" cy="2286000"/>
          </a:xfrm>
        </p:spPr>
        <p:txBody>
          <a:bodyPr/>
          <a:lstStyle/>
          <a:p>
            <a:r>
              <a:rPr lang="en-US" sz="1800" dirty="0">
                <a:solidFill>
                  <a:srgbClr val="F4997C"/>
                </a:solidFill>
              </a:rPr>
              <a:t>6.Calculated price per gram to identify value-for-money products</a:t>
            </a:r>
            <a:endParaRPr lang="en-US" dirty="0">
              <a:solidFill>
                <a:srgbClr val="F4997C"/>
              </a:solidFill>
            </a:endParaRPr>
          </a:p>
        </p:txBody>
      </p:sp>
      <p:sp>
        <p:nvSpPr>
          <p:cNvPr id="2" name="Slide Number Placeholder 1">
            <a:extLst>
              <a:ext uri="{FF2B5EF4-FFF2-40B4-BE49-F238E27FC236}">
                <a16:creationId xmlns:a16="http://schemas.microsoft.com/office/drawing/2014/main" id="{1176655B-14A0-C59C-D8A3-C37FB478F7B6}"/>
              </a:ext>
            </a:extLst>
          </p:cNvPr>
          <p:cNvSpPr>
            <a:spLocks noGrp="1"/>
          </p:cNvSpPr>
          <p:nvPr>
            <p:ph type="sldNum" sz="quarter" idx="12"/>
          </p:nvPr>
        </p:nvSpPr>
        <p:spPr/>
        <p:txBody>
          <a:bodyPr/>
          <a:lstStyle/>
          <a:p>
            <a:fld id="{2A013F82-EE5E-44EE-A61D-E31C6657F26F}" type="slidenum">
              <a:rPr lang="en-US" smtClean="0"/>
              <a:pPr/>
              <a:t>11</a:t>
            </a:fld>
            <a:endParaRPr lang="en-US" dirty="0"/>
          </a:p>
        </p:txBody>
      </p:sp>
      <p:sp>
        <p:nvSpPr>
          <p:cNvPr id="6" name="TextBox 5">
            <a:extLst>
              <a:ext uri="{FF2B5EF4-FFF2-40B4-BE49-F238E27FC236}">
                <a16:creationId xmlns:a16="http://schemas.microsoft.com/office/drawing/2014/main" id="{5193DCF7-2121-B950-8360-0FD19202E3F9}"/>
              </a:ext>
            </a:extLst>
          </p:cNvPr>
          <p:cNvSpPr txBox="1"/>
          <p:nvPr/>
        </p:nvSpPr>
        <p:spPr>
          <a:xfrm>
            <a:off x="461789" y="731526"/>
            <a:ext cx="5768026" cy="224676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000" b="1" dirty="0">
                <a:solidFill>
                  <a:schemeClr val="accent1"/>
                </a:solidFill>
                <a:ea typeface="+mn-lt"/>
                <a:cs typeface="+mn-lt"/>
              </a:rPr>
              <a:t>select distinct name , </a:t>
            </a:r>
            <a:r>
              <a:rPr lang="en-US" sz="2000" b="1" dirty="0" err="1">
                <a:solidFill>
                  <a:schemeClr val="accent1"/>
                </a:solidFill>
                <a:ea typeface="+mn-lt"/>
                <a:cs typeface="+mn-lt"/>
              </a:rPr>
              <a:t>weightInGens</a:t>
            </a:r>
            <a:r>
              <a:rPr lang="en-US" sz="2000" b="1" dirty="0">
                <a:solidFill>
                  <a:schemeClr val="accent1"/>
                </a:solidFill>
                <a:ea typeface="+mn-lt"/>
                <a:cs typeface="+mn-lt"/>
              </a:rPr>
              <a:t> , </a:t>
            </a:r>
            <a:r>
              <a:rPr lang="en-US" sz="2000" b="1" dirty="0" err="1">
                <a:solidFill>
                  <a:schemeClr val="accent1"/>
                </a:solidFill>
                <a:ea typeface="+mn-lt"/>
                <a:cs typeface="+mn-lt"/>
              </a:rPr>
              <a:t>discountedSellingPrice</a:t>
            </a:r>
            <a:r>
              <a:rPr lang="en-US" sz="2000" b="1" dirty="0">
                <a:solidFill>
                  <a:schemeClr val="accent1"/>
                </a:solidFill>
                <a:ea typeface="+mn-lt"/>
                <a:cs typeface="+mn-lt"/>
              </a:rPr>
              <a:t>,</a:t>
            </a:r>
            <a:endParaRPr lang="en-US" sz="2000" b="1" dirty="0">
              <a:solidFill>
                <a:schemeClr val="accent1"/>
              </a:solidFill>
            </a:endParaRPr>
          </a:p>
          <a:p>
            <a:r>
              <a:rPr lang="en-US" sz="2000" b="1" dirty="0">
                <a:solidFill>
                  <a:schemeClr val="accent1"/>
                </a:solidFill>
                <a:ea typeface="+mn-lt"/>
                <a:cs typeface="+mn-lt"/>
              </a:rPr>
              <a:t>round(</a:t>
            </a:r>
            <a:r>
              <a:rPr lang="en-US" sz="2000" b="1" dirty="0" err="1">
                <a:solidFill>
                  <a:schemeClr val="accent1"/>
                </a:solidFill>
                <a:ea typeface="+mn-lt"/>
                <a:cs typeface="+mn-lt"/>
              </a:rPr>
              <a:t>discountedSellingPrice</a:t>
            </a:r>
            <a:r>
              <a:rPr lang="en-US" sz="2000" b="1" dirty="0">
                <a:solidFill>
                  <a:schemeClr val="accent1"/>
                </a:solidFill>
                <a:ea typeface="+mn-lt"/>
                <a:cs typeface="+mn-lt"/>
              </a:rPr>
              <a:t> / weightInGens,2) as </a:t>
            </a:r>
            <a:r>
              <a:rPr lang="en-US" sz="2000" b="1" dirty="0" err="1">
                <a:solidFill>
                  <a:schemeClr val="accent1"/>
                </a:solidFill>
                <a:ea typeface="+mn-lt"/>
                <a:cs typeface="+mn-lt"/>
              </a:rPr>
              <a:t>price_per_gram</a:t>
            </a:r>
            <a:endParaRPr lang="en-US" sz="2000" b="1" dirty="0">
              <a:solidFill>
                <a:schemeClr val="accent1"/>
              </a:solidFill>
            </a:endParaRPr>
          </a:p>
          <a:p>
            <a:r>
              <a:rPr lang="en-US" sz="2000" b="1" dirty="0">
                <a:solidFill>
                  <a:schemeClr val="accent1"/>
                </a:solidFill>
                <a:ea typeface="+mn-lt"/>
                <a:cs typeface="+mn-lt"/>
              </a:rPr>
              <a:t>from </a:t>
            </a:r>
            <a:r>
              <a:rPr lang="en-US" sz="2000" b="1" dirty="0" err="1">
                <a:solidFill>
                  <a:schemeClr val="accent1"/>
                </a:solidFill>
                <a:ea typeface="+mn-lt"/>
                <a:cs typeface="+mn-lt"/>
              </a:rPr>
              <a:t>zepto</a:t>
            </a:r>
            <a:r>
              <a:rPr lang="en-US" sz="2000" b="1" dirty="0">
                <a:solidFill>
                  <a:schemeClr val="accent1"/>
                </a:solidFill>
                <a:ea typeface="+mn-lt"/>
                <a:cs typeface="+mn-lt"/>
              </a:rPr>
              <a:t> </a:t>
            </a:r>
            <a:endParaRPr lang="en-US" sz="2000" b="1">
              <a:solidFill>
                <a:schemeClr val="accent1"/>
              </a:solidFill>
            </a:endParaRPr>
          </a:p>
          <a:p>
            <a:r>
              <a:rPr lang="en-US" sz="2000" b="1" dirty="0">
                <a:solidFill>
                  <a:schemeClr val="accent1"/>
                </a:solidFill>
                <a:ea typeface="+mn-lt"/>
                <a:cs typeface="+mn-lt"/>
              </a:rPr>
              <a:t>where </a:t>
            </a:r>
            <a:r>
              <a:rPr lang="en-US" sz="2000" b="1" dirty="0" err="1">
                <a:solidFill>
                  <a:schemeClr val="accent1"/>
                </a:solidFill>
                <a:ea typeface="+mn-lt"/>
                <a:cs typeface="+mn-lt"/>
              </a:rPr>
              <a:t>weightInGens</a:t>
            </a:r>
            <a:r>
              <a:rPr lang="en-US" sz="2000" b="1" dirty="0">
                <a:solidFill>
                  <a:schemeClr val="accent1"/>
                </a:solidFill>
                <a:ea typeface="+mn-lt"/>
                <a:cs typeface="+mn-lt"/>
              </a:rPr>
              <a:t> &gt;= 100</a:t>
            </a:r>
            <a:endParaRPr lang="en-US" sz="2000" b="1">
              <a:solidFill>
                <a:schemeClr val="accent1"/>
              </a:solidFill>
            </a:endParaRPr>
          </a:p>
          <a:p>
            <a:r>
              <a:rPr lang="en-US" sz="2000" b="1" dirty="0">
                <a:solidFill>
                  <a:schemeClr val="accent1"/>
                </a:solidFill>
                <a:ea typeface="+mn-lt"/>
                <a:cs typeface="+mn-lt"/>
              </a:rPr>
              <a:t>order by  </a:t>
            </a:r>
            <a:r>
              <a:rPr lang="en-US" sz="2000" b="1" dirty="0" err="1">
                <a:solidFill>
                  <a:schemeClr val="accent1"/>
                </a:solidFill>
                <a:ea typeface="+mn-lt"/>
                <a:cs typeface="+mn-lt"/>
              </a:rPr>
              <a:t>price_per_gram</a:t>
            </a:r>
            <a:r>
              <a:rPr lang="en-US" sz="2000" b="1" dirty="0">
                <a:solidFill>
                  <a:schemeClr val="accent1"/>
                </a:solidFill>
                <a:ea typeface="+mn-lt"/>
                <a:cs typeface="+mn-lt"/>
              </a:rPr>
              <a:t>;</a:t>
            </a:r>
          </a:p>
        </p:txBody>
      </p:sp>
      <p:pic>
        <p:nvPicPr>
          <p:cNvPr id="7" name="Content Placeholder 6" descr="A screenshot of a computer&#10;&#10;AI-generated content may be incorrect.">
            <a:extLst>
              <a:ext uri="{FF2B5EF4-FFF2-40B4-BE49-F238E27FC236}">
                <a16:creationId xmlns:a16="http://schemas.microsoft.com/office/drawing/2014/main" id="{0B6FF40C-BDB7-38C9-C936-D1BAF25E256D}"/>
              </a:ext>
            </a:extLst>
          </p:cNvPr>
          <p:cNvPicPr>
            <a:picLocks noGrp="1" noChangeAspect="1"/>
          </p:cNvPicPr>
          <p:nvPr>
            <p:ph sz="quarter" idx="13"/>
          </p:nvPr>
        </p:nvPicPr>
        <p:blipFill>
          <a:blip r:embed="rId3"/>
          <a:stretch>
            <a:fillRect/>
          </a:stretch>
        </p:blipFill>
        <p:spPr>
          <a:xfrm>
            <a:off x="6229018" y="371632"/>
            <a:ext cx="5618188" cy="5628422"/>
          </a:xfrm>
          <a:prstGeom prst="rect">
            <a:avLst/>
          </a:prstGeom>
        </p:spPr>
      </p:pic>
    </p:spTree>
    <p:extLst>
      <p:ext uri="{BB962C8B-B14F-4D97-AF65-F5344CB8AC3E}">
        <p14:creationId xmlns:p14="http://schemas.microsoft.com/office/powerpoint/2010/main" val="34727432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DB88D-1C2D-39CE-AA8C-734F67F37165}"/>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AB683B32-F3B5-0127-37D3-54F6160970D0}"/>
              </a:ext>
            </a:extLst>
          </p:cNvPr>
          <p:cNvSpPr>
            <a:spLocks noGrp="1"/>
          </p:cNvSpPr>
          <p:nvPr>
            <p:ph type="title"/>
          </p:nvPr>
        </p:nvSpPr>
        <p:spPr>
          <a:xfrm>
            <a:off x="457200" y="3324415"/>
            <a:ext cx="5768138" cy="2286000"/>
          </a:xfrm>
        </p:spPr>
        <p:txBody>
          <a:bodyPr/>
          <a:lstStyle/>
          <a:p>
            <a:r>
              <a:rPr lang="en-US" sz="1800" dirty="0">
                <a:solidFill>
                  <a:srgbClr val="F4997C"/>
                </a:solidFill>
              </a:rPr>
              <a:t>7.Grouped products based on weight into Low, Medium, and Bulk categories</a:t>
            </a:r>
            <a:endParaRPr lang="en-US" dirty="0">
              <a:solidFill>
                <a:srgbClr val="F4997C"/>
              </a:solidFill>
            </a:endParaRPr>
          </a:p>
        </p:txBody>
      </p:sp>
      <p:sp>
        <p:nvSpPr>
          <p:cNvPr id="2" name="Slide Number Placeholder 1">
            <a:extLst>
              <a:ext uri="{FF2B5EF4-FFF2-40B4-BE49-F238E27FC236}">
                <a16:creationId xmlns:a16="http://schemas.microsoft.com/office/drawing/2014/main" id="{28A4CD7E-2EB0-A4DB-19A1-B83AC469A633}"/>
              </a:ext>
            </a:extLst>
          </p:cNvPr>
          <p:cNvSpPr>
            <a:spLocks noGrp="1"/>
          </p:cNvSpPr>
          <p:nvPr>
            <p:ph type="sldNum" sz="quarter" idx="12"/>
          </p:nvPr>
        </p:nvSpPr>
        <p:spPr/>
        <p:txBody>
          <a:bodyPr/>
          <a:lstStyle/>
          <a:p>
            <a:fld id="{2A013F82-EE5E-44EE-A61D-E31C6657F26F}" type="slidenum">
              <a:rPr lang="en-US" smtClean="0"/>
              <a:pPr/>
              <a:t>12</a:t>
            </a:fld>
            <a:endParaRPr lang="en-US" dirty="0"/>
          </a:p>
        </p:txBody>
      </p:sp>
      <p:sp>
        <p:nvSpPr>
          <p:cNvPr id="6" name="TextBox 5">
            <a:extLst>
              <a:ext uri="{FF2B5EF4-FFF2-40B4-BE49-F238E27FC236}">
                <a16:creationId xmlns:a16="http://schemas.microsoft.com/office/drawing/2014/main" id="{119674A2-864E-20E2-6F2C-FF5F69F2D21E}"/>
              </a:ext>
            </a:extLst>
          </p:cNvPr>
          <p:cNvSpPr txBox="1"/>
          <p:nvPr/>
        </p:nvSpPr>
        <p:spPr>
          <a:xfrm>
            <a:off x="461789" y="649966"/>
            <a:ext cx="5768025" cy="240989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a:lnSpc>
                <a:spcPct val="90000"/>
              </a:lnSpc>
              <a:spcBef>
                <a:spcPts val="1800"/>
              </a:spcBef>
            </a:pPr>
            <a:r>
              <a:rPr lang="en-US" sz="1400" b="1" dirty="0">
                <a:solidFill>
                  <a:srgbClr val="92D050"/>
                </a:solidFill>
                <a:ea typeface="+mn-lt"/>
                <a:cs typeface="+mn-lt"/>
              </a:rPr>
              <a:t>select distinct name ,</a:t>
            </a:r>
            <a:r>
              <a:rPr lang="en-US" sz="1400" b="1" err="1">
                <a:solidFill>
                  <a:srgbClr val="92D050"/>
                </a:solidFill>
                <a:ea typeface="+mn-lt"/>
                <a:cs typeface="+mn-lt"/>
              </a:rPr>
              <a:t>weightInGens</a:t>
            </a:r>
            <a:r>
              <a:rPr lang="en-US" sz="1400" b="1" dirty="0">
                <a:solidFill>
                  <a:srgbClr val="92D050"/>
                </a:solidFill>
                <a:ea typeface="+mn-lt"/>
                <a:cs typeface="+mn-lt"/>
              </a:rPr>
              <a:t>,</a:t>
            </a:r>
            <a:endParaRPr lang="en-US" sz="1400" b="1">
              <a:solidFill>
                <a:srgbClr val="92D050"/>
              </a:solidFill>
            </a:endParaRPr>
          </a:p>
          <a:p>
            <a:pPr>
              <a:lnSpc>
                <a:spcPct val="90000"/>
              </a:lnSpc>
              <a:spcBef>
                <a:spcPts val="1800"/>
              </a:spcBef>
            </a:pPr>
            <a:r>
              <a:rPr lang="en-US" sz="1400" b="1" dirty="0">
                <a:solidFill>
                  <a:srgbClr val="92D050"/>
                </a:solidFill>
                <a:ea typeface="+mn-lt"/>
                <a:cs typeface="+mn-lt"/>
              </a:rPr>
              <a:t>case when </a:t>
            </a:r>
            <a:r>
              <a:rPr lang="en-US" sz="1400" b="1" err="1">
                <a:solidFill>
                  <a:srgbClr val="92D050"/>
                </a:solidFill>
                <a:ea typeface="+mn-lt"/>
                <a:cs typeface="+mn-lt"/>
              </a:rPr>
              <a:t>weightInGens</a:t>
            </a:r>
            <a:r>
              <a:rPr lang="en-US" sz="1400" b="1" dirty="0">
                <a:solidFill>
                  <a:srgbClr val="92D050"/>
                </a:solidFill>
                <a:ea typeface="+mn-lt"/>
                <a:cs typeface="+mn-lt"/>
              </a:rPr>
              <a:t> &lt; 1000 </a:t>
            </a:r>
            <a:r>
              <a:rPr lang="en-US" sz="1400" b="1" err="1">
                <a:solidFill>
                  <a:srgbClr val="92D050"/>
                </a:solidFill>
                <a:ea typeface="+mn-lt"/>
                <a:cs typeface="+mn-lt"/>
              </a:rPr>
              <a:t>then'Low</a:t>
            </a:r>
            <a:r>
              <a:rPr lang="en-US" sz="1400" b="1" dirty="0">
                <a:solidFill>
                  <a:srgbClr val="92D050"/>
                </a:solidFill>
                <a:ea typeface="+mn-lt"/>
                <a:cs typeface="+mn-lt"/>
              </a:rPr>
              <a:t>'</a:t>
            </a:r>
          </a:p>
          <a:p>
            <a:pPr>
              <a:lnSpc>
                <a:spcPct val="90000"/>
              </a:lnSpc>
              <a:spcBef>
                <a:spcPts val="1800"/>
              </a:spcBef>
            </a:pPr>
            <a:r>
              <a:rPr lang="en-US" sz="1400" b="1" dirty="0">
                <a:solidFill>
                  <a:srgbClr val="92D050"/>
                </a:solidFill>
                <a:ea typeface="+mn-lt"/>
                <a:cs typeface="+mn-lt"/>
              </a:rPr>
              <a:t>     when </a:t>
            </a:r>
            <a:r>
              <a:rPr lang="en-US" sz="1400" b="1" err="1">
                <a:solidFill>
                  <a:srgbClr val="92D050"/>
                </a:solidFill>
                <a:ea typeface="+mn-lt"/>
                <a:cs typeface="+mn-lt"/>
              </a:rPr>
              <a:t>weightInGens</a:t>
            </a:r>
            <a:r>
              <a:rPr lang="en-US" sz="1400" b="1" dirty="0">
                <a:solidFill>
                  <a:srgbClr val="92D050"/>
                </a:solidFill>
                <a:ea typeface="+mn-lt"/>
                <a:cs typeface="+mn-lt"/>
              </a:rPr>
              <a:t> &lt; 5000 </a:t>
            </a:r>
            <a:r>
              <a:rPr lang="en-US" sz="1400" b="1" err="1">
                <a:solidFill>
                  <a:srgbClr val="92D050"/>
                </a:solidFill>
                <a:ea typeface="+mn-lt"/>
                <a:cs typeface="+mn-lt"/>
              </a:rPr>
              <a:t>then'Medium</a:t>
            </a:r>
            <a:r>
              <a:rPr lang="en-US" sz="1400" b="1" dirty="0">
                <a:solidFill>
                  <a:srgbClr val="92D050"/>
                </a:solidFill>
                <a:ea typeface="+mn-lt"/>
                <a:cs typeface="+mn-lt"/>
              </a:rPr>
              <a:t>'</a:t>
            </a:r>
          </a:p>
          <a:p>
            <a:pPr>
              <a:lnSpc>
                <a:spcPct val="90000"/>
              </a:lnSpc>
              <a:spcBef>
                <a:spcPts val="1800"/>
              </a:spcBef>
            </a:pPr>
            <a:r>
              <a:rPr lang="en-US" sz="1400" b="1" dirty="0">
                <a:solidFill>
                  <a:srgbClr val="92D050"/>
                </a:solidFill>
                <a:ea typeface="+mn-lt"/>
                <a:cs typeface="+mn-lt"/>
              </a:rPr>
              <a:t>     else 'Bulk'</a:t>
            </a:r>
            <a:endParaRPr lang="en-US" sz="1400" b="1">
              <a:solidFill>
                <a:srgbClr val="92D050"/>
              </a:solidFill>
            </a:endParaRPr>
          </a:p>
          <a:p>
            <a:pPr>
              <a:lnSpc>
                <a:spcPct val="90000"/>
              </a:lnSpc>
              <a:spcBef>
                <a:spcPts val="1800"/>
              </a:spcBef>
            </a:pPr>
            <a:r>
              <a:rPr lang="en-US" sz="1400" b="1" dirty="0">
                <a:solidFill>
                  <a:srgbClr val="92D050"/>
                </a:solidFill>
                <a:ea typeface="+mn-lt"/>
                <a:cs typeface="+mn-lt"/>
              </a:rPr>
              <a:t>     end as </a:t>
            </a:r>
            <a:r>
              <a:rPr lang="en-US" sz="1400" b="1" err="1">
                <a:solidFill>
                  <a:srgbClr val="92D050"/>
                </a:solidFill>
                <a:ea typeface="+mn-lt"/>
                <a:cs typeface="+mn-lt"/>
              </a:rPr>
              <a:t>weight_category</a:t>
            </a:r>
            <a:endParaRPr lang="en-US" sz="1400" b="1">
              <a:solidFill>
                <a:srgbClr val="92D050"/>
              </a:solidFill>
            </a:endParaRPr>
          </a:p>
          <a:p>
            <a:pPr>
              <a:spcBef>
                <a:spcPts val="1800"/>
              </a:spcBef>
            </a:pPr>
            <a:r>
              <a:rPr lang="en-US" sz="1400" b="1" dirty="0">
                <a:solidFill>
                  <a:srgbClr val="92D050"/>
                </a:solidFill>
                <a:ea typeface="+mn-lt"/>
                <a:cs typeface="+mn-lt"/>
              </a:rPr>
              <a:t>from </a:t>
            </a:r>
            <a:r>
              <a:rPr lang="en-US" sz="1400" b="1" err="1">
                <a:solidFill>
                  <a:srgbClr val="92D050"/>
                </a:solidFill>
                <a:ea typeface="+mn-lt"/>
                <a:cs typeface="+mn-lt"/>
              </a:rPr>
              <a:t>zepto</a:t>
            </a:r>
            <a:r>
              <a:rPr lang="en-US" sz="1400" b="1" dirty="0">
                <a:solidFill>
                  <a:srgbClr val="92D050"/>
                </a:solidFill>
                <a:ea typeface="+mn-lt"/>
                <a:cs typeface="+mn-lt"/>
              </a:rPr>
              <a:t>;</a:t>
            </a:r>
            <a:endParaRPr lang="en-US" sz="1400" b="1" dirty="0">
              <a:solidFill>
                <a:srgbClr val="92D050"/>
              </a:solidFill>
            </a:endParaRPr>
          </a:p>
        </p:txBody>
      </p:sp>
      <p:pic>
        <p:nvPicPr>
          <p:cNvPr id="7" name="Content Placeholder 6" descr="A screenshot of a computer&#10;&#10;AI-generated content may be incorrect.">
            <a:extLst>
              <a:ext uri="{FF2B5EF4-FFF2-40B4-BE49-F238E27FC236}">
                <a16:creationId xmlns:a16="http://schemas.microsoft.com/office/drawing/2014/main" id="{FB052FCD-05BD-0853-4B06-DCA8DA834E04}"/>
              </a:ext>
            </a:extLst>
          </p:cNvPr>
          <p:cNvPicPr>
            <a:picLocks noGrp="1" noChangeAspect="1"/>
          </p:cNvPicPr>
          <p:nvPr>
            <p:ph sz="quarter" idx="13"/>
          </p:nvPr>
        </p:nvPicPr>
        <p:blipFill>
          <a:blip r:embed="rId3"/>
          <a:stretch>
            <a:fillRect/>
          </a:stretch>
        </p:blipFill>
        <p:spPr>
          <a:xfrm>
            <a:off x="6327973" y="349279"/>
            <a:ext cx="5502984" cy="6169635"/>
          </a:xfrm>
          <a:prstGeom prst="rect">
            <a:avLst/>
          </a:prstGeom>
        </p:spPr>
      </p:pic>
    </p:spTree>
    <p:extLst>
      <p:ext uri="{BB962C8B-B14F-4D97-AF65-F5344CB8AC3E}">
        <p14:creationId xmlns:p14="http://schemas.microsoft.com/office/powerpoint/2010/main" val="31993059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D976-D819-86DE-AB28-79AF0D92ADDB}"/>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A028E3E7-438D-456F-9860-DF8F771EBADA}"/>
              </a:ext>
            </a:extLst>
          </p:cNvPr>
          <p:cNvSpPr>
            <a:spLocks noGrp="1"/>
          </p:cNvSpPr>
          <p:nvPr>
            <p:ph type="title"/>
          </p:nvPr>
        </p:nvSpPr>
        <p:spPr>
          <a:xfrm>
            <a:off x="457200" y="3324415"/>
            <a:ext cx="5768138" cy="2286000"/>
          </a:xfrm>
        </p:spPr>
        <p:txBody>
          <a:bodyPr/>
          <a:lstStyle/>
          <a:p>
            <a:r>
              <a:rPr lang="en-US" sz="1800" dirty="0">
                <a:solidFill>
                  <a:srgbClr val="F4997C"/>
                </a:solidFill>
              </a:rPr>
              <a:t>8.Measured total inventory weight per product category</a:t>
            </a:r>
            <a:endParaRPr lang="en-US" dirty="0">
              <a:solidFill>
                <a:srgbClr val="F4997C"/>
              </a:solidFill>
            </a:endParaRPr>
          </a:p>
        </p:txBody>
      </p:sp>
      <p:sp>
        <p:nvSpPr>
          <p:cNvPr id="2" name="Slide Number Placeholder 1">
            <a:extLst>
              <a:ext uri="{FF2B5EF4-FFF2-40B4-BE49-F238E27FC236}">
                <a16:creationId xmlns:a16="http://schemas.microsoft.com/office/drawing/2014/main" id="{6A060652-426C-7584-B246-8A37D1CD6598}"/>
              </a:ext>
            </a:extLst>
          </p:cNvPr>
          <p:cNvSpPr>
            <a:spLocks noGrp="1"/>
          </p:cNvSpPr>
          <p:nvPr>
            <p:ph type="sldNum" sz="quarter" idx="12"/>
          </p:nvPr>
        </p:nvSpPr>
        <p:spPr/>
        <p:txBody>
          <a:bodyPr/>
          <a:lstStyle/>
          <a:p>
            <a:fld id="{2A013F82-EE5E-44EE-A61D-E31C6657F26F}" type="slidenum">
              <a:rPr lang="en-US" smtClean="0"/>
              <a:pPr/>
              <a:t>13</a:t>
            </a:fld>
            <a:endParaRPr lang="en-US" dirty="0"/>
          </a:p>
        </p:txBody>
      </p:sp>
      <p:sp>
        <p:nvSpPr>
          <p:cNvPr id="6" name="TextBox 5">
            <a:extLst>
              <a:ext uri="{FF2B5EF4-FFF2-40B4-BE49-F238E27FC236}">
                <a16:creationId xmlns:a16="http://schemas.microsoft.com/office/drawing/2014/main" id="{18762ACF-C1F8-F996-C47B-526DA56878B1}"/>
              </a:ext>
            </a:extLst>
          </p:cNvPr>
          <p:cNvSpPr txBox="1"/>
          <p:nvPr/>
        </p:nvSpPr>
        <p:spPr>
          <a:xfrm>
            <a:off x="461789" y="700749"/>
            <a:ext cx="5768026" cy="2308324"/>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r>
              <a:rPr lang="en-US" sz="2400" b="1" dirty="0">
                <a:solidFill>
                  <a:schemeClr val="accent1"/>
                </a:solidFill>
                <a:ea typeface="+mn-lt"/>
                <a:cs typeface="+mn-lt"/>
              </a:rPr>
              <a:t>select category ,</a:t>
            </a:r>
            <a:endParaRPr lang="en-US" b="1" dirty="0">
              <a:solidFill>
                <a:schemeClr val="accent1"/>
              </a:solidFill>
              <a:ea typeface="+mn-lt"/>
              <a:cs typeface="+mn-lt"/>
            </a:endParaRPr>
          </a:p>
          <a:p>
            <a:r>
              <a:rPr lang="en-US" sz="2400" b="1" dirty="0">
                <a:solidFill>
                  <a:schemeClr val="accent1"/>
                </a:solidFill>
                <a:ea typeface="+mn-lt"/>
                <a:cs typeface="+mn-lt"/>
              </a:rPr>
              <a:t>sum(</a:t>
            </a:r>
            <a:r>
              <a:rPr lang="en-US" sz="2400" b="1" err="1">
                <a:solidFill>
                  <a:schemeClr val="accent1"/>
                </a:solidFill>
                <a:ea typeface="+mn-lt"/>
                <a:cs typeface="+mn-lt"/>
              </a:rPr>
              <a:t>weightInGens</a:t>
            </a:r>
            <a:r>
              <a:rPr lang="en-US" sz="2400" b="1" dirty="0">
                <a:solidFill>
                  <a:schemeClr val="accent1"/>
                </a:solidFill>
                <a:ea typeface="+mn-lt"/>
                <a:cs typeface="+mn-lt"/>
              </a:rPr>
              <a:t> * </a:t>
            </a:r>
            <a:r>
              <a:rPr lang="en-US" sz="2400" b="1" err="1">
                <a:solidFill>
                  <a:schemeClr val="accent1"/>
                </a:solidFill>
                <a:ea typeface="+mn-lt"/>
                <a:cs typeface="+mn-lt"/>
              </a:rPr>
              <a:t>availableQuantity</a:t>
            </a:r>
            <a:r>
              <a:rPr lang="en-US" sz="2400" b="1" dirty="0">
                <a:solidFill>
                  <a:schemeClr val="accent1"/>
                </a:solidFill>
                <a:ea typeface="+mn-lt"/>
                <a:cs typeface="+mn-lt"/>
              </a:rPr>
              <a:t>) as </a:t>
            </a:r>
            <a:r>
              <a:rPr lang="en-US" sz="2400" b="1" err="1">
                <a:solidFill>
                  <a:schemeClr val="accent1"/>
                </a:solidFill>
                <a:ea typeface="+mn-lt"/>
                <a:cs typeface="+mn-lt"/>
              </a:rPr>
              <a:t>total_weight</a:t>
            </a:r>
            <a:endParaRPr lang="en-US" b="1" err="1">
              <a:solidFill>
                <a:schemeClr val="accent1"/>
              </a:solidFill>
            </a:endParaRPr>
          </a:p>
          <a:p>
            <a:r>
              <a:rPr lang="en-US" sz="2400" b="1" dirty="0">
                <a:solidFill>
                  <a:schemeClr val="accent1"/>
                </a:solidFill>
                <a:ea typeface="+mn-lt"/>
                <a:cs typeface="+mn-lt"/>
              </a:rPr>
              <a:t>from </a:t>
            </a:r>
            <a:r>
              <a:rPr lang="en-US" sz="2400" b="1" dirty="0" err="1">
                <a:solidFill>
                  <a:schemeClr val="accent1"/>
                </a:solidFill>
                <a:ea typeface="+mn-lt"/>
                <a:cs typeface="+mn-lt"/>
              </a:rPr>
              <a:t>zepto</a:t>
            </a:r>
            <a:r>
              <a:rPr lang="en-US" sz="2400" b="1" dirty="0">
                <a:solidFill>
                  <a:schemeClr val="accent1"/>
                </a:solidFill>
                <a:ea typeface="+mn-lt"/>
                <a:cs typeface="+mn-lt"/>
              </a:rPr>
              <a:t> </a:t>
            </a:r>
            <a:endParaRPr lang="en-US" b="1" dirty="0">
              <a:solidFill>
                <a:schemeClr val="accent1"/>
              </a:solidFill>
              <a:ea typeface="+mn-lt"/>
              <a:cs typeface="+mn-lt"/>
            </a:endParaRPr>
          </a:p>
          <a:p>
            <a:r>
              <a:rPr lang="en-US" sz="2400" b="1" dirty="0">
                <a:solidFill>
                  <a:schemeClr val="accent1"/>
                </a:solidFill>
                <a:ea typeface="+mn-lt"/>
                <a:cs typeface="+mn-lt"/>
              </a:rPr>
              <a:t>group by category </a:t>
            </a:r>
            <a:endParaRPr lang="en-US" b="1" dirty="0">
              <a:solidFill>
                <a:schemeClr val="accent1"/>
              </a:solidFill>
            </a:endParaRPr>
          </a:p>
          <a:p>
            <a:r>
              <a:rPr lang="en-US" sz="2400" b="1" dirty="0">
                <a:solidFill>
                  <a:schemeClr val="accent1"/>
                </a:solidFill>
                <a:ea typeface="+mn-lt"/>
                <a:cs typeface="+mn-lt"/>
              </a:rPr>
              <a:t>order by </a:t>
            </a:r>
            <a:r>
              <a:rPr lang="en-US" sz="2400" b="1" dirty="0" err="1">
                <a:solidFill>
                  <a:schemeClr val="accent1"/>
                </a:solidFill>
                <a:ea typeface="+mn-lt"/>
                <a:cs typeface="+mn-lt"/>
              </a:rPr>
              <a:t>total_weight</a:t>
            </a:r>
            <a:r>
              <a:rPr lang="en-US" sz="2400" b="1" dirty="0">
                <a:solidFill>
                  <a:schemeClr val="accent1"/>
                </a:solidFill>
                <a:ea typeface="+mn-lt"/>
                <a:cs typeface="+mn-lt"/>
              </a:rPr>
              <a:t>;</a:t>
            </a:r>
            <a:endParaRPr lang="en-US" b="1" dirty="0">
              <a:solidFill>
                <a:schemeClr val="accent1"/>
              </a:solidFill>
              <a:ea typeface="+mn-lt"/>
              <a:cs typeface="+mn-lt"/>
            </a:endParaRPr>
          </a:p>
        </p:txBody>
      </p:sp>
      <p:pic>
        <p:nvPicPr>
          <p:cNvPr id="7" name="Content Placeholder 6" descr="A screenshot of a computer&#10;&#10;AI-generated content may be incorrect.">
            <a:extLst>
              <a:ext uri="{FF2B5EF4-FFF2-40B4-BE49-F238E27FC236}">
                <a16:creationId xmlns:a16="http://schemas.microsoft.com/office/drawing/2014/main" id="{E5EF0A30-26A2-D30D-4072-54825B2387AC}"/>
              </a:ext>
            </a:extLst>
          </p:cNvPr>
          <p:cNvPicPr>
            <a:picLocks noGrp="1" noChangeAspect="1"/>
          </p:cNvPicPr>
          <p:nvPr>
            <p:ph sz="quarter" idx="13"/>
          </p:nvPr>
        </p:nvPicPr>
        <p:blipFill>
          <a:blip r:embed="rId3"/>
          <a:stretch>
            <a:fillRect/>
          </a:stretch>
        </p:blipFill>
        <p:spPr>
          <a:xfrm>
            <a:off x="6652374" y="876818"/>
            <a:ext cx="4812829" cy="5507626"/>
          </a:xfrm>
          <a:prstGeom prst="rect">
            <a:avLst/>
          </a:prstGeom>
        </p:spPr>
      </p:pic>
    </p:spTree>
    <p:extLst>
      <p:ext uri="{BB962C8B-B14F-4D97-AF65-F5344CB8AC3E}">
        <p14:creationId xmlns:p14="http://schemas.microsoft.com/office/powerpoint/2010/main" val="3507220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4EE1CCC3-A2F7-7A09-FD4A-F74A0D5A6827}"/>
              </a:ext>
            </a:extLst>
          </p:cNvPr>
          <p:cNvSpPr>
            <a:spLocks noGrp="1"/>
          </p:cNvSpPr>
          <p:nvPr>
            <p:ph type="title"/>
          </p:nvPr>
        </p:nvSpPr>
        <p:spPr/>
        <p:txBody>
          <a:bodyPr/>
          <a:lstStyle/>
          <a:p>
            <a:r>
              <a:rPr lang="en-US" sz="4400" spc="-150" dirty="0"/>
              <a:t>THANK YOU</a:t>
            </a:r>
            <a:endParaRPr lang="en-US" dirty="0"/>
          </a:p>
        </p:txBody>
      </p:sp>
      <p:sp>
        <p:nvSpPr>
          <p:cNvPr id="29" name="Subtitle 28">
            <a:extLst>
              <a:ext uri="{FF2B5EF4-FFF2-40B4-BE49-F238E27FC236}">
                <a16:creationId xmlns:a16="http://schemas.microsoft.com/office/drawing/2014/main" id="{FB8557AF-27E6-B217-3EA3-30BFC5B76381}"/>
              </a:ext>
            </a:extLst>
          </p:cNvPr>
          <p:cNvSpPr>
            <a:spLocks noGrp="1"/>
          </p:cNvSpPr>
          <p:nvPr>
            <p:ph type="subTitle" idx="1"/>
          </p:nvPr>
        </p:nvSpPr>
        <p:spPr/>
        <p:txBody>
          <a:bodyPr vert="horz" lIns="91440" tIns="45720" rIns="91440" bIns="45720" rtlCol="0" anchor="t">
            <a:normAutofit/>
          </a:bodyPr>
          <a:lstStyle/>
          <a:p>
            <a:r>
              <a:rPr lang="en-US" dirty="0"/>
              <a:t>VIKAS SIDDHESHWARE</a:t>
            </a:r>
            <a:endParaRPr lang="en-US" sz="1800" dirty="0"/>
          </a:p>
          <a:p>
            <a:pPr marL="0" indent="0" algn="ctr">
              <a:lnSpc>
                <a:spcPct val="150000"/>
              </a:lnSpc>
              <a:buNone/>
            </a:pPr>
            <a:endParaRPr lang="en-US" b="0" dirty="0">
              <a:ea typeface="+mn-lt"/>
              <a:cs typeface="+mn-lt"/>
            </a:endParaRPr>
          </a:p>
          <a:p>
            <a:pPr marL="0" indent="0" algn="ctr">
              <a:lnSpc>
                <a:spcPct val="150000"/>
              </a:lnSpc>
              <a:buNone/>
            </a:pPr>
            <a:endParaRPr lang="en-US" sz="1800" dirty="0"/>
          </a:p>
          <a:p>
            <a:endParaRPr lang="en-US" dirty="0"/>
          </a:p>
        </p:txBody>
      </p:sp>
      <p:sp>
        <p:nvSpPr>
          <p:cNvPr id="2" name="TextBox 1">
            <a:extLst>
              <a:ext uri="{FF2B5EF4-FFF2-40B4-BE49-F238E27FC236}">
                <a16:creationId xmlns:a16="http://schemas.microsoft.com/office/drawing/2014/main" id="{DCC0D66A-D12C-6F6C-8273-26B99409D6E1}"/>
              </a:ext>
            </a:extLst>
          </p:cNvPr>
          <p:cNvSpPr txBox="1"/>
          <p:nvPr/>
        </p:nvSpPr>
        <p:spPr>
          <a:xfrm>
            <a:off x="4061023" y="4177866"/>
            <a:ext cx="4675479" cy="369332"/>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algn="l"/>
            <a:r>
              <a:rPr lang="en-US" dirty="0">
                <a:solidFill>
                  <a:srgbClr val="F4997C"/>
                </a:solidFill>
                <a:ea typeface="+mn-lt"/>
                <a:cs typeface="+mn-lt"/>
              </a:rPr>
              <a:t>vikassiddheshware2001@gmail.com</a:t>
            </a:r>
            <a:endParaRPr lang="en-US">
              <a:solidFill>
                <a:srgbClr val="F4997C"/>
              </a:solidFill>
            </a:endParaRPr>
          </a:p>
        </p:txBody>
      </p:sp>
    </p:spTree>
    <p:extLst>
      <p:ext uri="{BB962C8B-B14F-4D97-AF65-F5344CB8AC3E}">
        <p14:creationId xmlns:p14="http://schemas.microsoft.com/office/powerpoint/2010/main" val="1232740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ue atom design">
  <a:themeElements>
    <a:clrScheme name="Custom 412">
      <a:dk1>
        <a:sysClr val="windowText" lastClr="000000"/>
      </a:dk1>
      <a:lt1>
        <a:sysClr val="window" lastClr="FFFFFF"/>
      </a:lt1>
      <a:dk2>
        <a:srgbClr val="003A52"/>
      </a:dk2>
      <a:lt2>
        <a:srgbClr val="F4997C"/>
      </a:lt2>
      <a:accent1>
        <a:srgbClr val="99CB38"/>
      </a:accent1>
      <a:accent2>
        <a:srgbClr val="F4997C"/>
      </a:accent2>
      <a:accent3>
        <a:srgbClr val="37A76F"/>
      </a:accent3>
      <a:accent4>
        <a:srgbClr val="44C1A3"/>
      </a:accent4>
      <a:accent5>
        <a:srgbClr val="4EB3CF"/>
      </a:accent5>
      <a:accent6>
        <a:srgbClr val="51C3F9"/>
      </a:accent6>
      <a:hlink>
        <a:srgbClr val="F4997C"/>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3">
          <a:schemeClr val="lt1"/>
        </a:lnRef>
        <a:fillRef idx="1">
          <a:schemeClr val="accent5"/>
        </a:fillRef>
        <a:effectRef idx="1">
          <a:schemeClr val="accent5"/>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36_win32_CP_v6" id="{3A0623D8-F119-4DA7-B77F-DBC725335A77}" vid="{8D7EC14E-7A19-4A7A-B1A0-81D5834E3675}"/>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79A7DD-7AD4-4E5D-8534-CBBF6EB29F0E}">
  <ds:schemaRefs>
    <ds:schemaRef ds:uri="http://schemas.microsoft.com/sharepoint/v3/contenttype/forms"/>
  </ds:schemaRefs>
</ds:datastoreItem>
</file>

<file path=customXml/itemProps2.xml><?xml version="1.0" encoding="utf-8"?>
<ds:datastoreItem xmlns:ds="http://schemas.openxmlformats.org/officeDocument/2006/customXml" ds:itemID="{681A9A6D-0DC3-4010-94FC-B36121170FA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D06ADB8-B0F6-49CA-89C5-223A9BA290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355</Words>
  <Application>Microsoft Office PowerPoint</Application>
  <PresentationFormat>Custom</PresentationFormat>
  <Paragraphs>129</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Blue atom design</vt:lpstr>
      <vt:lpstr>ZEPTO  ANALYSIS</vt:lpstr>
      <vt:lpstr>About Us</vt:lpstr>
      <vt:lpstr>Product overview</vt:lpstr>
      <vt:lpstr>DATASET  OVERVIEW</vt:lpstr>
      <vt:lpstr>BUSINESS INSIGHT</vt:lpstr>
      <vt:lpstr>1.Found top 10 best-value products based on discount percentage</vt:lpstr>
      <vt:lpstr>2.Identified high-MRP products that are currently out of stock</vt:lpstr>
      <vt:lpstr>3.Estimated potential revenue for each product category</vt:lpstr>
      <vt:lpstr>4.Filtered expensive products (MRP &gt; ₹500) with minimal discount</vt:lpstr>
      <vt:lpstr>5.Ranked top 5 categories offering highest average discounts</vt:lpstr>
      <vt:lpstr>6.Calculated price per gram to identify value-for-money products</vt:lpstr>
      <vt:lpstr>7.Grouped products based on weight into Low, Medium, and Bulk categories</vt:lpstr>
      <vt:lpstr>8.Measured total inventory weight per product category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328</cp:revision>
  <dcterms:created xsi:type="dcterms:W3CDTF">2026-02-09T07:02:03Z</dcterms:created>
  <dcterms:modified xsi:type="dcterms:W3CDTF">2026-02-09T08:29:10Z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